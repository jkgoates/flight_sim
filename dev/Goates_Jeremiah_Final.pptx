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9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5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'-5.0'!$K$1</c:f>
              <c:strCache>
                <c:ptCount val="1"/>
                <c:pt idx="0">
                  <c:v>altitude [ft]</c:v>
                </c:pt>
              </c:strCache>
            </c:strRef>
          </c:tx>
          <c:spPr>
            <a:ln w="2222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'-5.0'!$A$2:$A$503</c:f>
              <c:numCache>
                <c:formatCode>0.00E+00</c:formatCode>
                <c:ptCount val="502"/>
                <c:pt idx="0" formatCode="General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2.9999999999999898E-2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8.99999999999999E-2</c:v>
                </c:pt>
                <c:pt idx="10">
                  <c:v>9.9999999999999895E-2</c:v>
                </c:pt>
                <c:pt idx="11" formatCode="General">
                  <c:v>0.109999999999999</c:v>
                </c:pt>
                <c:pt idx="12" formatCode="General">
                  <c:v>0.119999999999999</c:v>
                </c:pt>
                <c:pt idx="13" formatCode="General">
                  <c:v>0.12999999999999901</c:v>
                </c:pt>
                <c:pt idx="14" formatCode="General">
                  <c:v>0.13999999999999899</c:v>
                </c:pt>
                <c:pt idx="15" formatCode="General">
                  <c:v>0.149999999999999</c:v>
                </c:pt>
                <c:pt idx="16" formatCode="General">
                  <c:v>0.16</c:v>
                </c:pt>
                <c:pt idx="17" formatCode="General">
                  <c:v>0.17</c:v>
                </c:pt>
                <c:pt idx="18" formatCode="General">
                  <c:v>0.18</c:v>
                </c:pt>
                <c:pt idx="19" formatCode="General">
                  <c:v>0.19</c:v>
                </c:pt>
                <c:pt idx="20" formatCode="General">
                  <c:v>0.2</c:v>
                </c:pt>
                <c:pt idx="21" formatCode="General">
                  <c:v>0.21</c:v>
                </c:pt>
                <c:pt idx="22" formatCode="General">
                  <c:v>0.22</c:v>
                </c:pt>
                <c:pt idx="23" formatCode="General">
                  <c:v>0.23</c:v>
                </c:pt>
                <c:pt idx="24" formatCode="General">
                  <c:v>0.24</c:v>
                </c:pt>
                <c:pt idx="25" formatCode="General">
                  <c:v>0.25</c:v>
                </c:pt>
                <c:pt idx="26" formatCode="General">
                  <c:v>0.26</c:v>
                </c:pt>
                <c:pt idx="27" formatCode="General">
                  <c:v>0.27</c:v>
                </c:pt>
                <c:pt idx="28" formatCode="General">
                  <c:v>0.28000000000000003</c:v>
                </c:pt>
                <c:pt idx="29" formatCode="General">
                  <c:v>0.28999999999999998</c:v>
                </c:pt>
                <c:pt idx="30" formatCode="General">
                  <c:v>0.3</c:v>
                </c:pt>
                <c:pt idx="31" formatCode="General">
                  <c:v>0.31</c:v>
                </c:pt>
                <c:pt idx="32" formatCode="General">
                  <c:v>0.32</c:v>
                </c:pt>
                <c:pt idx="33" formatCode="General">
                  <c:v>0.33</c:v>
                </c:pt>
                <c:pt idx="34" formatCode="General">
                  <c:v>0.34</c:v>
                </c:pt>
                <c:pt idx="35" formatCode="General">
                  <c:v>0.35</c:v>
                </c:pt>
                <c:pt idx="36" formatCode="General">
                  <c:v>0.36</c:v>
                </c:pt>
                <c:pt idx="37" formatCode="General">
                  <c:v>0.37</c:v>
                </c:pt>
                <c:pt idx="38" formatCode="General">
                  <c:v>0.38</c:v>
                </c:pt>
                <c:pt idx="39" formatCode="General">
                  <c:v>0.39</c:v>
                </c:pt>
                <c:pt idx="40" formatCode="General">
                  <c:v>0.4</c:v>
                </c:pt>
                <c:pt idx="41" formatCode="General">
                  <c:v>0.41</c:v>
                </c:pt>
                <c:pt idx="42" formatCode="General">
                  <c:v>0.42</c:v>
                </c:pt>
                <c:pt idx="43" formatCode="General">
                  <c:v>0.43</c:v>
                </c:pt>
                <c:pt idx="44" formatCode="General">
                  <c:v>0.44</c:v>
                </c:pt>
                <c:pt idx="45" formatCode="General">
                  <c:v>0.45</c:v>
                </c:pt>
                <c:pt idx="46" formatCode="General">
                  <c:v>0.46</c:v>
                </c:pt>
                <c:pt idx="47" formatCode="General">
                  <c:v>0.47</c:v>
                </c:pt>
                <c:pt idx="48" formatCode="General">
                  <c:v>0.48</c:v>
                </c:pt>
                <c:pt idx="49" formatCode="General">
                  <c:v>0.49</c:v>
                </c:pt>
                <c:pt idx="50" formatCode="General">
                  <c:v>0.5</c:v>
                </c:pt>
                <c:pt idx="51" formatCode="General">
                  <c:v>0.51</c:v>
                </c:pt>
                <c:pt idx="52" formatCode="General">
                  <c:v>0.52</c:v>
                </c:pt>
                <c:pt idx="53" formatCode="General">
                  <c:v>0.53</c:v>
                </c:pt>
                <c:pt idx="54" formatCode="General">
                  <c:v>0.54</c:v>
                </c:pt>
                <c:pt idx="55" formatCode="General">
                  <c:v>0.55000000000000004</c:v>
                </c:pt>
                <c:pt idx="56" formatCode="General">
                  <c:v>0.56000000000000005</c:v>
                </c:pt>
                <c:pt idx="57" formatCode="General">
                  <c:v>0.56999999999999995</c:v>
                </c:pt>
                <c:pt idx="58" formatCode="General">
                  <c:v>0.57999999999999996</c:v>
                </c:pt>
                <c:pt idx="59" formatCode="General">
                  <c:v>0.59</c:v>
                </c:pt>
                <c:pt idx="60" formatCode="General">
                  <c:v>0.6</c:v>
                </c:pt>
                <c:pt idx="61" formatCode="General">
                  <c:v>0.61</c:v>
                </c:pt>
                <c:pt idx="62" formatCode="General">
                  <c:v>0.62</c:v>
                </c:pt>
                <c:pt idx="63" formatCode="General">
                  <c:v>0.63</c:v>
                </c:pt>
                <c:pt idx="64" formatCode="General">
                  <c:v>0.64</c:v>
                </c:pt>
                <c:pt idx="65" formatCode="General">
                  <c:v>0.65</c:v>
                </c:pt>
                <c:pt idx="66" formatCode="General">
                  <c:v>0.66</c:v>
                </c:pt>
                <c:pt idx="67" formatCode="General">
                  <c:v>0.67</c:v>
                </c:pt>
                <c:pt idx="68" formatCode="General">
                  <c:v>0.68</c:v>
                </c:pt>
                <c:pt idx="69" formatCode="General">
                  <c:v>0.69</c:v>
                </c:pt>
                <c:pt idx="70" formatCode="General">
                  <c:v>0.7</c:v>
                </c:pt>
                <c:pt idx="71" formatCode="General">
                  <c:v>0.71</c:v>
                </c:pt>
                <c:pt idx="72" formatCode="General">
                  <c:v>0.72</c:v>
                </c:pt>
                <c:pt idx="73" formatCode="General">
                  <c:v>0.73</c:v>
                </c:pt>
                <c:pt idx="74" formatCode="General">
                  <c:v>0.74</c:v>
                </c:pt>
                <c:pt idx="75" formatCode="General">
                  <c:v>0.75</c:v>
                </c:pt>
                <c:pt idx="76" formatCode="General">
                  <c:v>0.76</c:v>
                </c:pt>
                <c:pt idx="77" formatCode="General">
                  <c:v>0.77</c:v>
                </c:pt>
                <c:pt idx="78" formatCode="General">
                  <c:v>0.78</c:v>
                </c:pt>
                <c:pt idx="79" formatCode="General">
                  <c:v>0.79</c:v>
                </c:pt>
                <c:pt idx="80" formatCode="General">
                  <c:v>0.8</c:v>
                </c:pt>
                <c:pt idx="81" formatCode="General">
                  <c:v>0.81</c:v>
                </c:pt>
                <c:pt idx="82" formatCode="General">
                  <c:v>0.82</c:v>
                </c:pt>
                <c:pt idx="83" formatCode="General">
                  <c:v>0.83</c:v>
                </c:pt>
                <c:pt idx="84" formatCode="General">
                  <c:v>0.84</c:v>
                </c:pt>
                <c:pt idx="85" formatCode="General">
                  <c:v>0.85</c:v>
                </c:pt>
                <c:pt idx="86" formatCode="General">
                  <c:v>0.86</c:v>
                </c:pt>
                <c:pt idx="87" formatCode="General">
                  <c:v>0.87</c:v>
                </c:pt>
                <c:pt idx="88" formatCode="General">
                  <c:v>0.88</c:v>
                </c:pt>
                <c:pt idx="89" formatCode="General">
                  <c:v>0.89</c:v>
                </c:pt>
                <c:pt idx="90" formatCode="General">
                  <c:v>0.9</c:v>
                </c:pt>
                <c:pt idx="91" formatCode="General">
                  <c:v>0.91</c:v>
                </c:pt>
                <c:pt idx="92" formatCode="General">
                  <c:v>0.92</c:v>
                </c:pt>
                <c:pt idx="93" formatCode="General">
                  <c:v>0.93</c:v>
                </c:pt>
                <c:pt idx="94" formatCode="General">
                  <c:v>0.94</c:v>
                </c:pt>
                <c:pt idx="95" formatCode="General">
                  <c:v>0.95</c:v>
                </c:pt>
                <c:pt idx="96" formatCode="General">
                  <c:v>0.96</c:v>
                </c:pt>
                <c:pt idx="97" formatCode="General">
                  <c:v>0.97</c:v>
                </c:pt>
                <c:pt idx="98" formatCode="General">
                  <c:v>0.98</c:v>
                </c:pt>
                <c:pt idx="99" formatCode="General">
                  <c:v>0.99</c:v>
                </c:pt>
                <c:pt idx="100" formatCode="General">
                  <c:v>1</c:v>
                </c:pt>
                <c:pt idx="101" formatCode="General">
                  <c:v>1.01</c:v>
                </c:pt>
                <c:pt idx="102" formatCode="General">
                  <c:v>1.02</c:v>
                </c:pt>
                <c:pt idx="103" formatCode="General">
                  <c:v>1.03</c:v>
                </c:pt>
                <c:pt idx="104" formatCode="General">
                  <c:v>1.04</c:v>
                </c:pt>
                <c:pt idx="105" formatCode="General">
                  <c:v>1.05</c:v>
                </c:pt>
                <c:pt idx="106" formatCode="General">
                  <c:v>1.06</c:v>
                </c:pt>
                <c:pt idx="107" formatCode="General">
                  <c:v>1.07</c:v>
                </c:pt>
                <c:pt idx="108" formatCode="General">
                  <c:v>1.08</c:v>
                </c:pt>
                <c:pt idx="109" formatCode="General">
                  <c:v>1.0900000000000001</c:v>
                </c:pt>
                <c:pt idx="110" formatCode="General">
                  <c:v>1.1000000000000001</c:v>
                </c:pt>
                <c:pt idx="111" formatCode="General">
                  <c:v>1.1100000000000001</c:v>
                </c:pt>
                <c:pt idx="112" formatCode="General">
                  <c:v>1.1200000000000001</c:v>
                </c:pt>
                <c:pt idx="113" formatCode="General">
                  <c:v>1.1299999999999999</c:v>
                </c:pt>
                <c:pt idx="114" formatCode="General">
                  <c:v>1.1399999999999999</c:v>
                </c:pt>
                <c:pt idx="115" formatCode="General">
                  <c:v>1.1499999999999999</c:v>
                </c:pt>
                <c:pt idx="116" formatCode="General">
                  <c:v>1.1599999999999999</c:v>
                </c:pt>
                <c:pt idx="117" formatCode="General">
                  <c:v>1.17</c:v>
                </c:pt>
                <c:pt idx="118" formatCode="General">
                  <c:v>1.18</c:v>
                </c:pt>
                <c:pt idx="119" formatCode="General">
                  <c:v>1.19</c:v>
                </c:pt>
                <c:pt idx="120" formatCode="General">
                  <c:v>1.2</c:v>
                </c:pt>
                <c:pt idx="121" formatCode="General">
                  <c:v>1.21</c:v>
                </c:pt>
                <c:pt idx="122" formatCode="General">
                  <c:v>1.22</c:v>
                </c:pt>
                <c:pt idx="123" formatCode="General">
                  <c:v>1.23</c:v>
                </c:pt>
                <c:pt idx="124" formatCode="General">
                  <c:v>1.24</c:v>
                </c:pt>
                <c:pt idx="125" formatCode="General">
                  <c:v>1.25</c:v>
                </c:pt>
                <c:pt idx="126" formatCode="General">
                  <c:v>1.26</c:v>
                </c:pt>
                <c:pt idx="127" formatCode="General">
                  <c:v>1.27</c:v>
                </c:pt>
                <c:pt idx="128" formatCode="General">
                  <c:v>1.28</c:v>
                </c:pt>
                <c:pt idx="129" formatCode="General">
                  <c:v>1.29</c:v>
                </c:pt>
                <c:pt idx="130" formatCode="General">
                  <c:v>1.3</c:v>
                </c:pt>
                <c:pt idx="131" formatCode="General">
                  <c:v>1.31</c:v>
                </c:pt>
                <c:pt idx="132" formatCode="General">
                  <c:v>1.32</c:v>
                </c:pt>
                <c:pt idx="133" formatCode="General">
                  <c:v>1.33</c:v>
                </c:pt>
                <c:pt idx="134" formatCode="General">
                  <c:v>1.34</c:v>
                </c:pt>
                <c:pt idx="135" formatCode="General">
                  <c:v>1.35</c:v>
                </c:pt>
                <c:pt idx="136" formatCode="General">
                  <c:v>1.36</c:v>
                </c:pt>
                <c:pt idx="137" formatCode="General">
                  <c:v>1.37</c:v>
                </c:pt>
                <c:pt idx="138" formatCode="General">
                  <c:v>1.38</c:v>
                </c:pt>
                <c:pt idx="139" formatCode="General">
                  <c:v>1.39</c:v>
                </c:pt>
                <c:pt idx="140" formatCode="General">
                  <c:v>1.4</c:v>
                </c:pt>
                <c:pt idx="141" formatCode="General">
                  <c:v>1.41</c:v>
                </c:pt>
                <c:pt idx="142" formatCode="General">
                  <c:v>1.42</c:v>
                </c:pt>
                <c:pt idx="143" formatCode="General">
                  <c:v>1.43</c:v>
                </c:pt>
                <c:pt idx="144" formatCode="General">
                  <c:v>1.44</c:v>
                </c:pt>
                <c:pt idx="145" formatCode="General">
                  <c:v>1.45</c:v>
                </c:pt>
                <c:pt idx="146" formatCode="General">
                  <c:v>1.46</c:v>
                </c:pt>
                <c:pt idx="147" formatCode="General">
                  <c:v>1.47</c:v>
                </c:pt>
                <c:pt idx="148" formatCode="General">
                  <c:v>1.48</c:v>
                </c:pt>
                <c:pt idx="149" formatCode="General">
                  <c:v>1.49</c:v>
                </c:pt>
                <c:pt idx="150" formatCode="General">
                  <c:v>1.5</c:v>
                </c:pt>
                <c:pt idx="151" formatCode="General">
                  <c:v>1.51</c:v>
                </c:pt>
                <c:pt idx="152" formatCode="General">
                  <c:v>1.52</c:v>
                </c:pt>
                <c:pt idx="153" formatCode="General">
                  <c:v>1.53</c:v>
                </c:pt>
                <c:pt idx="154" formatCode="General">
                  <c:v>1.54</c:v>
                </c:pt>
                <c:pt idx="155" formatCode="General">
                  <c:v>1.55</c:v>
                </c:pt>
                <c:pt idx="156" formatCode="General">
                  <c:v>1.56</c:v>
                </c:pt>
                <c:pt idx="157" formatCode="General">
                  <c:v>1.57</c:v>
                </c:pt>
                <c:pt idx="158" formatCode="General">
                  <c:v>1.58</c:v>
                </c:pt>
                <c:pt idx="159" formatCode="General">
                  <c:v>1.59</c:v>
                </c:pt>
                <c:pt idx="160" formatCode="General">
                  <c:v>1.6</c:v>
                </c:pt>
                <c:pt idx="161" formatCode="General">
                  <c:v>1.61</c:v>
                </c:pt>
                <c:pt idx="162" formatCode="General">
                  <c:v>1.62</c:v>
                </c:pt>
                <c:pt idx="163" formatCode="General">
                  <c:v>1.63</c:v>
                </c:pt>
                <c:pt idx="164" formatCode="General">
                  <c:v>1.64</c:v>
                </c:pt>
                <c:pt idx="165" formatCode="General">
                  <c:v>1.65</c:v>
                </c:pt>
                <c:pt idx="166" formatCode="General">
                  <c:v>1.66</c:v>
                </c:pt>
                <c:pt idx="167" formatCode="General">
                  <c:v>1.67</c:v>
                </c:pt>
                <c:pt idx="168" formatCode="General">
                  <c:v>1.68</c:v>
                </c:pt>
                <c:pt idx="169" formatCode="General">
                  <c:v>1.69</c:v>
                </c:pt>
                <c:pt idx="170" formatCode="General">
                  <c:v>1.7</c:v>
                </c:pt>
                <c:pt idx="171" formatCode="General">
                  <c:v>1.71</c:v>
                </c:pt>
                <c:pt idx="172" formatCode="General">
                  <c:v>1.72</c:v>
                </c:pt>
                <c:pt idx="173" formatCode="General">
                  <c:v>1.73</c:v>
                </c:pt>
                <c:pt idx="174" formatCode="General">
                  <c:v>1.74</c:v>
                </c:pt>
                <c:pt idx="175" formatCode="General">
                  <c:v>1.75</c:v>
                </c:pt>
                <c:pt idx="176" formatCode="General">
                  <c:v>1.76</c:v>
                </c:pt>
                <c:pt idx="177" formatCode="General">
                  <c:v>1.77</c:v>
                </c:pt>
                <c:pt idx="178" formatCode="General">
                  <c:v>1.78</c:v>
                </c:pt>
                <c:pt idx="179" formatCode="General">
                  <c:v>1.79</c:v>
                </c:pt>
                <c:pt idx="180" formatCode="General">
                  <c:v>1.8</c:v>
                </c:pt>
                <c:pt idx="181" formatCode="General">
                  <c:v>1.81</c:v>
                </c:pt>
                <c:pt idx="182" formatCode="General">
                  <c:v>1.82</c:v>
                </c:pt>
                <c:pt idx="183" formatCode="General">
                  <c:v>1.83</c:v>
                </c:pt>
                <c:pt idx="184" formatCode="General">
                  <c:v>1.84</c:v>
                </c:pt>
                <c:pt idx="185" formatCode="General">
                  <c:v>1.85</c:v>
                </c:pt>
                <c:pt idx="186" formatCode="General">
                  <c:v>1.86</c:v>
                </c:pt>
                <c:pt idx="187" formatCode="General">
                  <c:v>1.87</c:v>
                </c:pt>
                <c:pt idx="188" formatCode="General">
                  <c:v>1.88</c:v>
                </c:pt>
                <c:pt idx="189" formatCode="General">
                  <c:v>1.89</c:v>
                </c:pt>
                <c:pt idx="190" formatCode="General">
                  <c:v>1.9</c:v>
                </c:pt>
                <c:pt idx="191" formatCode="General">
                  <c:v>1.91</c:v>
                </c:pt>
                <c:pt idx="192" formatCode="General">
                  <c:v>1.92</c:v>
                </c:pt>
                <c:pt idx="193" formatCode="General">
                  <c:v>1.93</c:v>
                </c:pt>
                <c:pt idx="194" formatCode="General">
                  <c:v>1.94</c:v>
                </c:pt>
                <c:pt idx="195" formatCode="General">
                  <c:v>1.95</c:v>
                </c:pt>
                <c:pt idx="196" formatCode="General">
                  <c:v>1.96</c:v>
                </c:pt>
                <c:pt idx="197" formatCode="General">
                  <c:v>1.97</c:v>
                </c:pt>
                <c:pt idx="198" formatCode="General">
                  <c:v>1.98</c:v>
                </c:pt>
                <c:pt idx="199" formatCode="General">
                  <c:v>1.99</c:v>
                </c:pt>
                <c:pt idx="200" formatCode="General">
                  <c:v>2</c:v>
                </c:pt>
                <c:pt idx="201" formatCode="General">
                  <c:v>2.0099999999999998</c:v>
                </c:pt>
                <c:pt idx="202" formatCode="General">
                  <c:v>2.02</c:v>
                </c:pt>
                <c:pt idx="203" formatCode="General">
                  <c:v>2.0299999999999998</c:v>
                </c:pt>
                <c:pt idx="204" formatCode="General">
                  <c:v>2.04</c:v>
                </c:pt>
                <c:pt idx="205" formatCode="General">
                  <c:v>2.0499999999999998</c:v>
                </c:pt>
                <c:pt idx="206" formatCode="General">
                  <c:v>2.06</c:v>
                </c:pt>
                <c:pt idx="207" formatCode="General">
                  <c:v>2.0699999999999901</c:v>
                </c:pt>
                <c:pt idx="208" formatCode="General">
                  <c:v>2.0799999999999899</c:v>
                </c:pt>
                <c:pt idx="209" formatCode="General">
                  <c:v>2.0899999999999901</c:v>
                </c:pt>
                <c:pt idx="210" formatCode="General">
                  <c:v>2.0999999999999899</c:v>
                </c:pt>
                <c:pt idx="211" formatCode="General">
                  <c:v>2.1099999999999901</c:v>
                </c:pt>
                <c:pt idx="212" formatCode="General">
                  <c:v>2.1199999999999899</c:v>
                </c:pt>
                <c:pt idx="213" formatCode="General">
                  <c:v>2.1299999999999901</c:v>
                </c:pt>
                <c:pt idx="214" formatCode="General">
                  <c:v>2.1399999999999899</c:v>
                </c:pt>
                <c:pt idx="215" formatCode="General">
                  <c:v>2.1499999999999901</c:v>
                </c:pt>
                <c:pt idx="216" formatCode="General">
                  <c:v>2.1599999999999899</c:v>
                </c:pt>
                <c:pt idx="217" formatCode="General">
                  <c:v>2.1699999999999902</c:v>
                </c:pt>
                <c:pt idx="218" formatCode="General">
                  <c:v>2.1799999999999899</c:v>
                </c:pt>
                <c:pt idx="219" formatCode="General">
                  <c:v>2.1899999999999902</c:v>
                </c:pt>
                <c:pt idx="220" formatCode="General">
                  <c:v>2.19999999999999</c:v>
                </c:pt>
                <c:pt idx="221" formatCode="General">
                  <c:v>2.2099999999999902</c:v>
                </c:pt>
                <c:pt idx="222" formatCode="General">
                  <c:v>2.21999999999999</c:v>
                </c:pt>
                <c:pt idx="223" formatCode="General">
                  <c:v>2.2299999999999902</c:v>
                </c:pt>
                <c:pt idx="224" formatCode="General">
                  <c:v>2.23999999999999</c:v>
                </c:pt>
                <c:pt idx="225" formatCode="General">
                  <c:v>2.2499999999999898</c:v>
                </c:pt>
                <c:pt idx="226" formatCode="General">
                  <c:v>2.25999999999999</c:v>
                </c:pt>
                <c:pt idx="227" formatCode="General">
                  <c:v>2.2699999999999898</c:v>
                </c:pt>
                <c:pt idx="228" formatCode="General">
                  <c:v>2.27999999999999</c:v>
                </c:pt>
                <c:pt idx="229" formatCode="General">
                  <c:v>2.2899999999999898</c:v>
                </c:pt>
                <c:pt idx="230" formatCode="General">
                  <c:v>2.2999999999999901</c:v>
                </c:pt>
                <c:pt idx="231" formatCode="General">
                  <c:v>2.3099999999999898</c:v>
                </c:pt>
                <c:pt idx="232" formatCode="General">
                  <c:v>2.3199999999999901</c:v>
                </c:pt>
                <c:pt idx="233" formatCode="General">
                  <c:v>2.3299999999999899</c:v>
                </c:pt>
                <c:pt idx="234" formatCode="General">
                  <c:v>2.3399999999999901</c:v>
                </c:pt>
                <c:pt idx="235" formatCode="General">
                  <c:v>2.3499999999999899</c:v>
                </c:pt>
                <c:pt idx="236" formatCode="General">
                  <c:v>2.3599999999999901</c:v>
                </c:pt>
                <c:pt idx="237" formatCode="General">
                  <c:v>2.3699999999999899</c:v>
                </c:pt>
                <c:pt idx="238" formatCode="General">
                  <c:v>2.3799999999999901</c:v>
                </c:pt>
                <c:pt idx="239" formatCode="General">
                  <c:v>2.3899999999999899</c:v>
                </c:pt>
                <c:pt idx="240" formatCode="General">
                  <c:v>2.3999999999999901</c:v>
                </c:pt>
                <c:pt idx="241" formatCode="General">
                  <c:v>2.4099999999999899</c:v>
                </c:pt>
                <c:pt idx="242" formatCode="General">
                  <c:v>2.4199999999999902</c:v>
                </c:pt>
                <c:pt idx="243" formatCode="General">
                  <c:v>2.4299999999999899</c:v>
                </c:pt>
                <c:pt idx="244" formatCode="General">
                  <c:v>2.4399999999999902</c:v>
                </c:pt>
                <c:pt idx="245" formatCode="General">
                  <c:v>2.44999999999999</c:v>
                </c:pt>
                <c:pt idx="246" formatCode="General">
                  <c:v>2.4599999999999902</c:v>
                </c:pt>
                <c:pt idx="247" formatCode="General">
                  <c:v>2.46999999999999</c:v>
                </c:pt>
                <c:pt idx="248" formatCode="General">
                  <c:v>2.4799999999999902</c:v>
                </c:pt>
                <c:pt idx="249" formatCode="General">
                  <c:v>2.48999999999999</c:v>
                </c:pt>
                <c:pt idx="250" formatCode="General">
                  <c:v>2.4999999999999898</c:v>
                </c:pt>
                <c:pt idx="251" formatCode="General">
                  <c:v>2.50999999999999</c:v>
                </c:pt>
                <c:pt idx="252" formatCode="General">
                  <c:v>2.5199999999999898</c:v>
                </c:pt>
                <c:pt idx="253" formatCode="General">
                  <c:v>2.52999999999999</c:v>
                </c:pt>
                <c:pt idx="254" formatCode="General">
                  <c:v>2.5399999999999801</c:v>
                </c:pt>
                <c:pt idx="255" formatCode="General">
                  <c:v>2.5499999999999798</c:v>
                </c:pt>
                <c:pt idx="256" formatCode="General">
                  <c:v>2.5599999999999801</c:v>
                </c:pt>
                <c:pt idx="257" formatCode="General">
                  <c:v>2.5699999999999799</c:v>
                </c:pt>
                <c:pt idx="258" formatCode="General">
                  <c:v>2.5799999999999801</c:v>
                </c:pt>
                <c:pt idx="259" formatCode="General">
                  <c:v>2.5899999999999799</c:v>
                </c:pt>
                <c:pt idx="260" formatCode="General">
                  <c:v>2.5999999999999801</c:v>
                </c:pt>
                <c:pt idx="261" formatCode="General">
                  <c:v>2.6099999999999799</c:v>
                </c:pt>
                <c:pt idx="262" formatCode="General">
                  <c:v>2.6199999999999801</c:v>
                </c:pt>
                <c:pt idx="263" formatCode="General">
                  <c:v>2.6299999999999799</c:v>
                </c:pt>
                <c:pt idx="264" formatCode="General">
                  <c:v>2.6399999999999801</c:v>
                </c:pt>
                <c:pt idx="265" formatCode="General">
                  <c:v>2.6499999999999799</c:v>
                </c:pt>
                <c:pt idx="266" formatCode="General">
                  <c:v>2.6599999999999802</c:v>
                </c:pt>
                <c:pt idx="267" formatCode="General">
                  <c:v>2.6699999999999799</c:v>
                </c:pt>
                <c:pt idx="268" formatCode="General">
                  <c:v>2.6799999999999802</c:v>
                </c:pt>
                <c:pt idx="269" formatCode="General">
                  <c:v>2.68999999999998</c:v>
                </c:pt>
                <c:pt idx="270" formatCode="General">
                  <c:v>2.6999999999999802</c:v>
                </c:pt>
                <c:pt idx="271" formatCode="General">
                  <c:v>2.70999999999998</c:v>
                </c:pt>
                <c:pt idx="272" formatCode="General">
                  <c:v>2.7199999999999802</c:v>
                </c:pt>
                <c:pt idx="273" formatCode="General">
                  <c:v>2.72999999999998</c:v>
                </c:pt>
                <c:pt idx="274" formatCode="General">
                  <c:v>2.7399999999999798</c:v>
                </c:pt>
                <c:pt idx="275" formatCode="General">
                  <c:v>2.74999999999998</c:v>
                </c:pt>
                <c:pt idx="276" formatCode="General">
                  <c:v>2.7599999999999798</c:v>
                </c:pt>
                <c:pt idx="277" formatCode="General">
                  <c:v>2.76999999999998</c:v>
                </c:pt>
                <c:pt idx="278" formatCode="General">
                  <c:v>2.7799999999999798</c:v>
                </c:pt>
                <c:pt idx="279" formatCode="General">
                  <c:v>2.7899999999999801</c:v>
                </c:pt>
                <c:pt idx="280" formatCode="General">
                  <c:v>2.7999999999999798</c:v>
                </c:pt>
                <c:pt idx="281" formatCode="General">
                  <c:v>2.8099999999999801</c:v>
                </c:pt>
                <c:pt idx="282" formatCode="General">
                  <c:v>2.8199999999999799</c:v>
                </c:pt>
                <c:pt idx="283" formatCode="General">
                  <c:v>2.8299999999999801</c:v>
                </c:pt>
                <c:pt idx="284" formatCode="General">
                  <c:v>2.8399999999999799</c:v>
                </c:pt>
                <c:pt idx="285" formatCode="General">
                  <c:v>2.8499999999999801</c:v>
                </c:pt>
                <c:pt idx="286" formatCode="General">
                  <c:v>2.8599999999999799</c:v>
                </c:pt>
                <c:pt idx="287" formatCode="General">
                  <c:v>2.8699999999999801</c:v>
                </c:pt>
                <c:pt idx="288" formatCode="General">
                  <c:v>2.8799999999999799</c:v>
                </c:pt>
                <c:pt idx="289" formatCode="General">
                  <c:v>2.8899999999999801</c:v>
                </c:pt>
                <c:pt idx="290" formatCode="General">
                  <c:v>2.8999999999999799</c:v>
                </c:pt>
                <c:pt idx="291" formatCode="General">
                  <c:v>2.9099999999999802</c:v>
                </c:pt>
                <c:pt idx="292" formatCode="General">
                  <c:v>2.9199999999999799</c:v>
                </c:pt>
                <c:pt idx="293" formatCode="General">
                  <c:v>2.9299999999999802</c:v>
                </c:pt>
                <c:pt idx="294" formatCode="General">
                  <c:v>2.93999999999998</c:v>
                </c:pt>
                <c:pt idx="295" formatCode="General">
                  <c:v>2.9499999999999802</c:v>
                </c:pt>
                <c:pt idx="296" formatCode="General">
                  <c:v>2.95999999999998</c:v>
                </c:pt>
                <c:pt idx="297" formatCode="General">
                  <c:v>2.9699999999999802</c:v>
                </c:pt>
                <c:pt idx="298" formatCode="General">
                  <c:v>2.97999999999998</c:v>
                </c:pt>
                <c:pt idx="299" formatCode="General">
                  <c:v>2.9899999999999798</c:v>
                </c:pt>
                <c:pt idx="300" formatCode="General">
                  <c:v>2.99999999999998</c:v>
                </c:pt>
                <c:pt idx="301" formatCode="General">
                  <c:v>3.00999999999997</c:v>
                </c:pt>
                <c:pt idx="302" formatCode="General">
                  <c:v>3.0199999999999698</c:v>
                </c:pt>
                <c:pt idx="303" formatCode="General">
                  <c:v>3.0299999999999701</c:v>
                </c:pt>
                <c:pt idx="304" formatCode="General">
                  <c:v>3.0399999999999698</c:v>
                </c:pt>
                <c:pt idx="305" formatCode="General">
                  <c:v>3.0499999999999701</c:v>
                </c:pt>
                <c:pt idx="306" formatCode="General">
                  <c:v>3.0599999999999699</c:v>
                </c:pt>
                <c:pt idx="307" formatCode="General">
                  <c:v>3.0699999999999701</c:v>
                </c:pt>
                <c:pt idx="308" formatCode="General">
                  <c:v>3.0799999999999699</c:v>
                </c:pt>
                <c:pt idx="309" formatCode="General">
                  <c:v>3.0899999999999701</c:v>
                </c:pt>
                <c:pt idx="310" formatCode="General">
                  <c:v>3.0999999999999699</c:v>
                </c:pt>
                <c:pt idx="311" formatCode="General">
                  <c:v>3.1099999999999701</c:v>
                </c:pt>
                <c:pt idx="312" formatCode="General">
                  <c:v>3.1199999999999699</c:v>
                </c:pt>
                <c:pt idx="313" formatCode="General">
                  <c:v>3.1299999999999701</c:v>
                </c:pt>
                <c:pt idx="314" formatCode="General">
                  <c:v>3.1399999999999699</c:v>
                </c:pt>
                <c:pt idx="315" formatCode="General">
                  <c:v>3.1499999999999702</c:v>
                </c:pt>
                <c:pt idx="316" formatCode="General">
                  <c:v>3.1599999999999699</c:v>
                </c:pt>
                <c:pt idx="317" formatCode="General">
                  <c:v>3.1699999999999702</c:v>
                </c:pt>
                <c:pt idx="318" formatCode="General">
                  <c:v>3.17999999999997</c:v>
                </c:pt>
                <c:pt idx="319" formatCode="General">
                  <c:v>3.1899999999999702</c:v>
                </c:pt>
                <c:pt idx="320" formatCode="General">
                  <c:v>3.19999999999997</c:v>
                </c:pt>
                <c:pt idx="321" formatCode="General">
                  <c:v>3.2099999999999702</c:v>
                </c:pt>
                <c:pt idx="322" formatCode="General">
                  <c:v>3.21999999999997</c:v>
                </c:pt>
                <c:pt idx="323" formatCode="General">
                  <c:v>3.2299999999999698</c:v>
                </c:pt>
                <c:pt idx="324" formatCode="General">
                  <c:v>3.23999999999997</c:v>
                </c:pt>
                <c:pt idx="325" formatCode="General">
                  <c:v>3.2499999999999698</c:v>
                </c:pt>
                <c:pt idx="326" formatCode="General">
                  <c:v>3.25999999999997</c:v>
                </c:pt>
                <c:pt idx="327" formatCode="General">
                  <c:v>3.2699999999999698</c:v>
                </c:pt>
                <c:pt idx="328" formatCode="General">
                  <c:v>3.2799999999999701</c:v>
                </c:pt>
                <c:pt idx="329" formatCode="General">
                  <c:v>3.2899999999999698</c:v>
                </c:pt>
                <c:pt idx="330" formatCode="General">
                  <c:v>3.2999999999999701</c:v>
                </c:pt>
                <c:pt idx="331" formatCode="General">
                  <c:v>3.3099999999999699</c:v>
                </c:pt>
                <c:pt idx="332" formatCode="General">
                  <c:v>3.3199999999999701</c:v>
                </c:pt>
                <c:pt idx="333" formatCode="General">
                  <c:v>3.3299999999999699</c:v>
                </c:pt>
                <c:pt idx="334" formatCode="General">
                  <c:v>3.3399999999999701</c:v>
                </c:pt>
                <c:pt idx="335" formatCode="General">
                  <c:v>3.3499999999999699</c:v>
                </c:pt>
                <c:pt idx="336" formatCode="General">
                  <c:v>3.3599999999999701</c:v>
                </c:pt>
                <c:pt idx="337" formatCode="General">
                  <c:v>3.3699999999999699</c:v>
                </c:pt>
                <c:pt idx="338" formatCode="General">
                  <c:v>3.3799999999999701</c:v>
                </c:pt>
                <c:pt idx="339" formatCode="General">
                  <c:v>3.3899999999999699</c:v>
                </c:pt>
                <c:pt idx="340" formatCode="General">
                  <c:v>3.3999999999999702</c:v>
                </c:pt>
                <c:pt idx="341" formatCode="General">
                  <c:v>3.4099999999999699</c:v>
                </c:pt>
                <c:pt idx="342" formatCode="General">
                  <c:v>3.4199999999999702</c:v>
                </c:pt>
                <c:pt idx="343" formatCode="General">
                  <c:v>3.42999999999997</c:v>
                </c:pt>
                <c:pt idx="344" formatCode="General">
                  <c:v>3.4399999999999702</c:v>
                </c:pt>
                <c:pt idx="345" formatCode="General">
                  <c:v>3.44999999999997</c:v>
                </c:pt>
                <c:pt idx="346" formatCode="General">
                  <c:v>3.4599999999999702</c:v>
                </c:pt>
                <c:pt idx="347" formatCode="General">
                  <c:v>3.46999999999997</c:v>
                </c:pt>
                <c:pt idx="348" formatCode="General">
                  <c:v>3.47999999999996</c:v>
                </c:pt>
                <c:pt idx="349" formatCode="General">
                  <c:v>3.4899999999999598</c:v>
                </c:pt>
                <c:pt idx="350" formatCode="General">
                  <c:v>3.49999999999996</c:v>
                </c:pt>
                <c:pt idx="351" formatCode="General">
                  <c:v>3.5099999999999598</c:v>
                </c:pt>
                <c:pt idx="352" formatCode="General">
                  <c:v>3.51999999999996</c:v>
                </c:pt>
                <c:pt idx="353" formatCode="General">
                  <c:v>3.5299999999999598</c:v>
                </c:pt>
                <c:pt idx="354" formatCode="General">
                  <c:v>3.5399999999999601</c:v>
                </c:pt>
                <c:pt idx="355" formatCode="General">
                  <c:v>3.5499999999999599</c:v>
                </c:pt>
                <c:pt idx="356" formatCode="General">
                  <c:v>3.5599999999999601</c:v>
                </c:pt>
                <c:pt idx="357" formatCode="General">
                  <c:v>3.5699999999999599</c:v>
                </c:pt>
                <c:pt idx="358" formatCode="General">
                  <c:v>3.5799999999999601</c:v>
                </c:pt>
                <c:pt idx="359" formatCode="General">
                  <c:v>3.5899999999999599</c:v>
                </c:pt>
                <c:pt idx="360" formatCode="General">
                  <c:v>3.5999999999999601</c:v>
                </c:pt>
                <c:pt idx="361" formatCode="General">
                  <c:v>3.6099999999999599</c:v>
                </c:pt>
                <c:pt idx="362" formatCode="General">
                  <c:v>3.6199999999999601</c:v>
                </c:pt>
                <c:pt idx="363" formatCode="General">
                  <c:v>3.6299999999999599</c:v>
                </c:pt>
                <c:pt idx="364" formatCode="General">
                  <c:v>3.6399999999999602</c:v>
                </c:pt>
                <c:pt idx="365" formatCode="General">
                  <c:v>3.6499999999999599</c:v>
                </c:pt>
                <c:pt idx="366" formatCode="General">
                  <c:v>3.6599999999999602</c:v>
                </c:pt>
                <c:pt idx="367" formatCode="General">
                  <c:v>3.66999999999996</c:v>
                </c:pt>
                <c:pt idx="368" formatCode="General">
                  <c:v>3.6799999999999602</c:v>
                </c:pt>
                <c:pt idx="369" formatCode="General">
                  <c:v>3.68999999999996</c:v>
                </c:pt>
                <c:pt idx="370" formatCode="General">
                  <c:v>3.6999999999999602</c:v>
                </c:pt>
                <c:pt idx="371" formatCode="General">
                  <c:v>3.70999999999996</c:v>
                </c:pt>
                <c:pt idx="372" formatCode="General">
                  <c:v>3.7199999999999598</c:v>
                </c:pt>
                <c:pt idx="373" formatCode="General">
                  <c:v>3.72999999999996</c:v>
                </c:pt>
                <c:pt idx="374" formatCode="General">
                  <c:v>3.7399999999999598</c:v>
                </c:pt>
                <c:pt idx="375" formatCode="General">
                  <c:v>3.74999999999996</c:v>
                </c:pt>
                <c:pt idx="376" formatCode="General">
                  <c:v>3.7599999999999598</c:v>
                </c:pt>
                <c:pt idx="377" formatCode="General">
                  <c:v>3.76999999999996</c:v>
                </c:pt>
                <c:pt idx="378" formatCode="General">
                  <c:v>3.7799999999999598</c:v>
                </c:pt>
                <c:pt idx="379" formatCode="General">
                  <c:v>3.7899999999999601</c:v>
                </c:pt>
                <c:pt idx="380" formatCode="General">
                  <c:v>3.7999999999999599</c:v>
                </c:pt>
                <c:pt idx="381" formatCode="General">
                  <c:v>3.8099999999999601</c:v>
                </c:pt>
                <c:pt idx="382" formatCode="General">
                  <c:v>3.8199999999999599</c:v>
                </c:pt>
                <c:pt idx="383" formatCode="General">
                  <c:v>3.8299999999999601</c:v>
                </c:pt>
                <c:pt idx="384" formatCode="General">
                  <c:v>3.8399999999999599</c:v>
                </c:pt>
                <c:pt idx="385" formatCode="General">
                  <c:v>3.8499999999999601</c:v>
                </c:pt>
                <c:pt idx="386" formatCode="General">
                  <c:v>3.8599999999999599</c:v>
                </c:pt>
                <c:pt idx="387" formatCode="General">
                  <c:v>3.8699999999999601</c:v>
                </c:pt>
                <c:pt idx="388" formatCode="General">
                  <c:v>3.8799999999999599</c:v>
                </c:pt>
                <c:pt idx="389" formatCode="General">
                  <c:v>3.8899999999999602</c:v>
                </c:pt>
                <c:pt idx="390" formatCode="General">
                  <c:v>3.8999999999999599</c:v>
                </c:pt>
                <c:pt idx="391" formatCode="General">
                  <c:v>3.9099999999999602</c:v>
                </c:pt>
                <c:pt idx="392" formatCode="General">
                  <c:v>3.91999999999996</c:v>
                </c:pt>
                <c:pt idx="393" formatCode="General">
                  <c:v>3.9299999999999602</c:v>
                </c:pt>
                <c:pt idx="394" formatCode="General">
                  <c:v>3.93999999999996</c:v>
                </c:pt>
                <c:pt idx="395" formatCode="General">
                  <c:v>3.94999999999995</c:v>
                </c:pt>
                <c:pt idx="396" formatCode="General">
                  <c:v>3.9599999999999498</c:v>
                </c:pt>
                <c:pt idx="397" formatCode="General">
                  <c:v>3.96999999999995</c:v>
                </c:pt>
                <c:pt idx="398" formatCode="General">
                  <c:v>3.9799999999999498</c:v>
                </c:pt>
                <c:pt idx="399" formatCode="General">
                  <c:v>3.98999999999995</c:v>
                </c:pt>
                <c:pt idx="400" formatCode="General">
                  <c:v>3.9999999999999498</c:v>
                </c:pt>
                <c:pt idx="401" formatCode="General">
                  <c:v>4.00999999999995</c:v>
                </c:pt>
                <c:pt idx="402" formatCode="General">
                  <c:v>4.0199999999999498</c:v>
                </c:pt>
                <c:pt idx="403" formatCode="General">
                  <c:v>4.0299999999999496</c:v>
                </c:pt>
                <c:pt idx="404" formatCode="General">
                  <c:v>4.0399999999999503</c:v>
                </c:pt>
                <c:pt idx="405" formatCode="General">
                  <c:v>4.0499999999999501</c:v>
                </c:pt>
                <c:pt idx="406" formatCode="General">
                  <c:v>4.0599999999999499</c:v>
                </c:pt>
                <c:pt idx="407" formatCode="General">
                  <c:v>4.0699999999999497</c:v>
                </c:pt>
                <c:pt idx="408" formatCode="General">
                  <c:v>4.0799999999999503</c:v>
                </c:pt>
                <c:pt idx="409" formatCode="General">
                  <c:v>4.0899999999999501</c:v>
                </c:pt>
                <c:pt idx="410" formatCode="General">
                  <c:v>4.0999999999999499</c:v>
                </c:pt>
                <c:pt idx="411" formatCode="General">
                  <c:v>4.1099999999999497</c:v>
                </c:pt>
                <c:pt idx="412" formatCode="General">
                  <c:v>4.1199999999999504</c:v>
                </c:pt>
                <c:pt idx="413" formatCode="General">
                  <c:v>4.1299999999999502</c:v>
                </c:pt>
                <c:pt idx="414" formatCode="General">
                  <c:v>4.1399999999999499</c:v>
                </c:pt>
                <c:pt idx="415" formatCode="General">
                  <c:v>4.1499999999999497</c:v>
                </c:pt>
                <c:pt idx="416" formatCode="General">
                  <c:v>4.1599999999999504</c:v>
                </c:pt>
                <c:pt idx="417" formatCode="General">
                  <c:v>4.1699999999999502</c:v>
                </c:pt>
                <c:pt idx="418" formatCode="General">
                  <c:v>4.17999999999995</c:v>
                </c:pt>
                <c:pt idx="419" formatCode="General">
                  <c:v>4.1899999999999498</c:v>
                </c:pt>
                <c:pt idx="420" formatCode="General">
                  <c:v>4.1999999999999504</c:v>
                </c:pt>
                <c:pt idx="421" formatCode="General">
                  <c:v>4.2099999999999502</c:v>
                </c:pt>
                <c:pt idx="422" formatCode="General">
                  <c:v>4.21999999999995</c:v>
                </c:pt>
                <c:pt idx="423" formatCode="General">
                  <c:v>4.2299999999999498</c:v>
                </c:pt>
                <c:pt idx="424" formatCode="General">
                  <c:v>4.2399999999999496</c:v>
                </c:pt>
                <c:pt idx="425" formatCode="General">
                  <c:v>4.2499999999999503</c:v>
                </c:pt>
                <c:pt idx="426" formatCode="General">
                  <c:v>4.25999999999995</c:v>
                </c:pt>
                <c:pt idx="427" formatCode="General">
                  <c:v>4.2699999999999498</c:v>
                </c:pt>
                <c:pt idx="428" formatCode="General">
                  <c:v>4.2799999999999496</c:v>
                </c:pt>
                <c:pt idx="429" formatCode="General">
                  <c:v>4.2899999999999503</c:v>
                </c:pt>
                <c:pt idx="430" formatCode="General">
                  <c:v>4.2999999999999501</c:v>
                </c:pt>
                <c:pt idx="431" formatCode="General">
                  <c:v>4.3099999999999499</c:v>
                </c:pt>
                <c:pt idx="432" formatCode="General">
                  <c:v>4.3199999999999497</c:v>
                </c:pt>
                <c:pt idx="433" formatCode="General">
                  <c:v>4.3299999999999503</c:v>
                </c:pt>
                <c:pt idx="434" formatCode="General">
                  <c:v>4.3399999999999501</c:v>
                </c:pt>
                <c:pt idx="435" formatCode="General">
                  <c:v>4.3499999999999499</c:v>
                </c:pt>
                <c:pt idx="436" formatCode="General">
                  <c:v>4.3599999999999497</c:v>
                </c:pt>
                <c:pt idx="437" formatCode="General">
                  <c:v>4.3699999999999504</c:v>
                </c:pt>
                <c:pt idx="438" formatCode="General">
                  <c:v>4.3799999999999502</c:v>
                </c:pt>
                <c:pt idx="439" formatCode="General">
                  <c:v>4.3899999999999499</c:v>
                </c:pt>
                <c:pt idx="440" formatCode="General">
                  <c:v>4.3999999999999497</c:v>
                </c:pt>
                <c:pt idx="441" formatCode="General">
                  <c:v>4.4099999999999504</c:v>
                </c:pt>
                <c:pt idx="442" formatCode="General">
                  <c:v>4.4199999999999502</c:v>
                </c:pt>
                <c:pt idx="443" formatCode="General">
                  <c:v>4.42999999999995</c:v>
                </c:pt>
                <c:pt idx="444" formatCode="General">
                  <c:v>4.43999999999994</c:v>
                </c:pt>
                <c:pt idx="445" formatCode="General">
                  <c:v>4.4499999999999398</c:v>
                </c:pt>
                <c:pt idx="446" formatCode="General">
                  <c:v>4.4599999999999396</c:v>
                </c:pt>
                <c:pt idx="447" formatCode="General">
                  <c:v>4.4699999999999402</c:v>
                </c:pt>
                <c:pt idx="448" formatCode="General">
                  <c:v>4.47999999999994</c:v>
                </c:pt>
                <c:pt idx="449" formatCode="General">
                  <c:v>4.4899999999999398</c:v>
                </c:pt>
                <c:pt idx="450" formatCode="General">
                  <c:v>4.4999999999999396</c:v>
                </c:pt>
                <c:pt idx="451" formatCode="General">
                  <c:v>4.5099999999999403</c:v>
                </c:pt>
                <c:pt idx="452" formatCode="General">
                  <c:v>4.5199999999999401</c:v>
                </c:pt>
                <c:pt idx="453" formatCode="General">
                  <c:v>4.5299999999999399</c:v>
                </c:pt>
                <c:pt idx="454" formatCode="General">
                  <c:v>4.5399999999999396</c:v>
                </c:pt>
                <c:pt idx="455" formatCode="General">
                  <c:v>4.5499999999999403</c:v>
                </c:pt>
                <c:pt idx="456" formatCode="General">
                  <c:v>4.5599999999999401</c:v>
                </c:pt>
                <c:pt idx="457" formatCode="General">
                  <c:v>4.5699999999999399</c:v>
                </c:pt>
                <c:pt idx="458" formatCode="General">
                  <c:v>4.5799999999999397</c:v>
                </c:pt>
                <c:pt idx="459" formatCode="General">
                  <c:v>4.5899999999999403</c:v>
                </c:pt>
                <c:pt idx="460" formatCode="General">
                  <c:v>4.5999999999999401</c:v>
                </c:pt>
                <c:pt idx="461" formatCode="General">
                  <c:v>4.6099999999999399</c:v>
                </c:pt>
                <c:pt idx="462" formatCode="General">
                  <c:v>4.6199999999999397</c:v>
                </c:pt>
                <c:pt idx="463" formatCode="General">
                  <c:v>4.6299999999999404</c:v>
                </c:pt>
                <c:pt idx="464" formatCode="General">
                  <c:v>4.6399999999999402</c:v>
                </c:pt>
                <c:pt idx="465" formatCode="General">
                  <c:v>4.64999999999994</c:v>
                </c:pt>
                <c:pt idx="466" formatCode="General">
                  <c:v>4.6599999999999397</c:v>
                </c:pt>
                <c:pt idx="467" formatCode="General">
                  <c:v>4.6699999999999404</c:v>
                </c:pt>
                <c:pt idx="468" formatCode="General">
                  <c:v>4.6799999999999402</c:v>
                </c:pt>
                <c:pt idx="469" formatCode="General">
                  <c:v>4.68999999999994</c:v>
                </c:pt>
                <c:pt idx="470" formatCode="General">
                  <c:v>4.6999999999999398</c:v>
                </c:pt>
                <c:pt idx="471" formatCode="General">
                  <c:v>4.7099999999999396</c:v>
                </c:pt>
                <c:pt idx="472" formatCode="General">
                  <c:v>4.7199999999999402</c:v>
                </c:pt>
                <c:pt idx="473" formatCode="General">
                  <c:v>4.72999999999994</c:v>
                </c:pt>
                <c:pt idx="474" formatCode="General">
                  <c:v>4.7399999999999398</c:v>
                </c:pt>
                <c:pt idx="475" formatCode="General">
                  <c:v>4.7499999999999396</c:v>
                </c:pt>
                <c:pt idx="476" formatCode="General">
                  <c:v>4.7599999999999403</c:v>
                </c:pt>
                <c:pt idx="477" formatCode="General">
                  <c:v>4.7699999999999401</c:v>
                </c:pt>
                <c:pt idx="478" formatCode="General">
                  <c:v>4.7799999999999399</c:v>
                </c:pt>
                <c:pt idx="479" formatCode="General">
                  <c:v>4.7899999999999396</c:v>
                </c:pt>
                <c:pt idx="480" formatCode="General">
                  <c:v>4.7999999999999403</c:v>
                </c:pt>
                <c:pt idx="481" formatCode="General">
                  <c:v>4.8099999999999401</c:v>
                </c:pt>
                <c:pt idx="482" formatCode="General">
                  <c:v>4.8199999999999399</c:v>
                </c:pt>
                <c:pt idx="483" formatCode="General">
                  <c:v>4.8299999999999397</c:v>
                </c:pt>
                <c:pt idx="484" formatCode="General">
                  <c:v>4.8399999999999403</c:v>
                </c:pt>
                <c:pt idx="485" formatCode="General">
                  <c:v>4.8499999999999401</c:v>
                </c:pt>
                <c:pt idx="486" formatCode="General">
                  <c:v>4.8599999999999399</c:v>
                </c:pt>
                <c:pt idx="487" formatCode="General">
                  <c:v>4.8699999999999397</c:v>
                </c:pt>
                <c:pt idx="488" formatCode="General">
                  <c:v>4.8799999999999404</c:v>
                </c:pt>
                <c:pt idx="489" formatCode="General">
                  <c:v>4.8899999999999402</c:v>
                </c:pt>
                <c:pt idx="490" formatCode="General">
                  <c:v>4.89999999999994</c:v>
                </c:pt>
                <c:pt idx="491" formatCode="General">
                  <c:v>4.90999999999993</c:v>
                </c:pt>
                <c:pt idx="492" formatCode="General">
                  <c:v>4.9199999999999298</c:v>
                </c:pt>
                <c:pt idx="493" formatCode="General">
                  <c:v>4.9299999999999304</c:v>
                </c:pt>
                <c:pt idx="494" formatCode="General">
                  <c:v>4.9399999999999302</c:v>
                </c:pt>
                <c:pt idx="495" formatCode="General">
                  <c:v>4.94999999999993</c:v>
                </c:pt>
                <c:pt idx="496" formatCode="General">
                  <c:v>4.9599999999999298</c:v>
                </c:pt>
                <c:pt idx="497" formatCode="General">
                  <c:v>4.9699999999999296</c:v>
                </c:pt>
                <c:pt idx="498" formatCode="General">
                  <c:v>4.9799999999999303</c:v>
                </c:pt>
                <c:pt idx="499" formatCode="General">
                  <c:v>4.98999999999993</c:v>
                </c:pt>
                <c:pt idx="500" formatCode="General">
                  <c:v>4.9999999999999298</c:v>
                </c:pt>
                <c:pt idx="501" formatCode="General">
                  <c:v>5.0099999999999296</c:v>
                </c:pt>
              </c:numCache>
            </c:numRef>
          </c:xVal>
          <c:yVal>
            <c:numRef>
              <c:f>'-5.0'!$K$2:$K$503</c:f>
              <c:numCache>
                <c:formatCode>General</c:formatCode>
                <c:ptCount val="502"/>
                <c:pt idx="0">
                  <c:v>50</c:v>
                </c:pt>
                <c:pt idx="1">
                  <c:v>49.825688517207197</c:v>
                </c:pt>
                <c:pt idx="2">
                  <c:v>49.651377050602697</c:v>
                </c:pt>
                <c:pt idx="3">
                  <c:v>49.477065616299598</c:v>
                </c:pt>
                <c:pt idx="4">
                  <c:v>49.302754230330102</c:v>
                </c:pt>
                <c:pt idx="5">
                  <c:v>49.128442908645603</c:v>
                </c:pt>
                <c:pt idx="6">
                  <c:v>48.954131667117601</c:v>
                </c:pt>
                <c:pt idx="7">
                  <c:v>48.7798205215379</c:v>
                </c:pt>
                <c:pt idx="8">
                  <c:v>48.6055094876194</c:v>
                </c:pt>
                <c:pt idx="9">
                  <c:v>48.431198580996799</c:v>
                </c:pt>
                <c:pt idx="10">
                  <c:v>48.256887817226598</c:v>
                </c:pt>
                <c:pt idx="11">
                  <c:v>48.082577211788497</c:v>
                </c:pt>
                <c:pt idx="12">
                  <c:v>47.908266780085</c:v>
                </c:pt>
                <c:pt idx="13">
                  <c:v>47.733956537442999</c:v>
                </c:pt>
                <c:pt idx="14">
                  <c:v>47.559646499113398</c:v>
                </c:pt>
                <c:pt idx="15">
                  <c:v>47.385336680272403</c:v>
                </c:pt>
                <c:pt idx="16">
                  <c:v>47.211027096021702</c:v>
                </c:pt>
                <c:pt idx="17">
                  <c:v>47.036717761388999</c:v>
                </c:pt>
                <c:pt idx="18">
                  <c:v>46.862408691328902</c:v>
                </c:pt>
                <c:pt idx="19">
                  <c:v>46.688099900723401</c:v>
                </c:pt>
                <c:pt idx="20">
                  <c:v>46.513791404382097</c:v>
                </c:pt>
                <c:pt idx="21">
                  <c:v>46.339483217043103</c:v>
                </c:pt>
                <c:pt idx="22">
                  <c:v>46.165175353373698</c:v>
                </c:pt>
                <c:pt idx="23">
                  <c:v>45.990867827970597</c:v>
                </c:pt>
                <c:pt idx="24">
                  <c:v>45.816560655360803</c:v>
                </c:pt>
                <c:pt idx="25">
                  <c:v>45.642253850001801</c:v>
                </c:pt>
                <c:pt idx="26">
                  <c:v>45.467947426282798</c:v>
                </c:pt>
                <c:pt idx="27">
                  <c:v>45.2936413985245</c:v>
                </c:pt>
                <c:pt idx="28">
                  <c:v>45.119335780980201</c:v>
                </c:pt>
                <c:pt idx="29">
                  <c:v>44.9450305878363</c:v>
                </c:pt>
                <c:pt idx="30">
                  <c:v>44.770725833212801</c:v>
                </c:pt>
                <c:pt idx="31">
                  <c:v>44.596421531163699</c:v>
                </c:pt>
                <c:pt idx="32">
                  <c:v>44.422117695677898</c:v>
                </c:pt>
                <c:pt idx="33">
                  <c:v>44.247814340679703</c:v>
                </c:pt>
                <c:pt idx="34">
                  <c:v>44.073511480029097</c:v>
                </c:pt>
                <c:pt idx="35">
                  <c:v>43.899209127522603</c:v>
                </c:pt>
                <c:pt idx="36">
                  <c:v>43.724907296893903</c:v>
                </c:pt>
                <c:pt idx="37">
                  <c:v>43.550606001814103</c:v>
                </c:pt>
                <c:pt idx="38">
                  <c:v>43.376305255892802</c:v>
                </c:pt>
                <c:pt idx="39">
                  <c:v>43.202005072677899</c:v>
                </c:pt>
                <c:pt idx="40">
                  <c:v>43.027705465656901</c:v>
                </c:pt>
                <c:pt idx="41">
                  <c:v>42.853406448257203</c:v>
                </c:pt>
                <c:pt idx="42">
                  <c:v>42.679108033846497</c:v>
                </c:pt>
                <c:pt idx="43">
                  <c:v>42.5048102357338</c:v>
                </c:pt>
                <c:pt idx="44">
                  <c:v>42.3305130671692</c:v>
                </c:pt>
                <c:pt idx="45">
                  <c:v>42.156216541345501</c:v>
                </c:pt>
                <c:pt idx="46">
                  <c:v>41.981920671397802</c:v>
                </c:pt>
                <c:pt idx="47">
                  <c:v>41.807625470404602</c:v>
                </c:pt>
                <c:pt idx="48">
                  <c:v>41.633330951388402</c:v>
                </c:pt>
                <c:pt idx="49">
                  <c:v>41.459037127315803</c:v>
                </c:pt>
                <c:pt idx="50">
                  <c:v>41.284744011098603</c:v>
                </c:pt>
                <c:pt idx="51">
                  <c:v>41.110451615594002</c:v>
                </c:pt>
                <c:pt idx="52">
                  <c:v>40.936159953605198</c:v>
                </c:pt>
                <c:pt idx="53">
                  <c:v>40.7618690378822</c:v>
                </c:pt>
                <c:pt idx="54">
                  <c:v>40.5875788811219</c:v>
                </c:pt>
                <c:pt idx="55">
                  <c:v>40.413289495969302</c:v>
                </c:pt>
                <c:pt idx="56">
                  <c:v>40.239000895017298</c:v>
                </c:pt>
                <c:pt idx="57">
                  <c:v>40.064713090807899</c:v>
                </c:pt>
                <c:pt idx="58">
                  <c:v>39.890426095832296</c:v>
                </c:pt>
                <c:pt idx="59">
                  <c:v>39.716139922531603</c:v>
                </c:pt>
                <c:pt idx="60">
                  <c:v>39.541854583297599</c:v>
                </c:pt>
                <c:pt idx="61">
                  <c:v>39.367570090472803</c:v>
                </c:pt>
                <c:pt idx="62">
                  <c:v>39.193286456351402</c:v>
                </c:pt>
                <c:pt idx="63">
                  <c:v>39.019003693179698</c:v>
                </c:pt>
                <c:pt idx="64">
                  <c:v>38.844721813156397</c:v>
                </c:pt>
                <c:pt idx="65">
                  <c:v>38.670440828433698</c:v>
                </c:pt>
                <c:pt idx="66">
                  <c:v>38.496160751117202</c:v>
                </c:pt>
                <c:pt idx="67">
                  <c:v>38.321881593266902</c:v>
                </c:pt>
                <c:pt idx="68">
                  <c:v>38.1476033668973</c:v>
                </c:pt>
                <c:pt idx="69">
                  <c:v>37.9733260839783</c:v>
                </c:pt>
                <c:pt idx="70">
                  <c:v>37.799049756435799</c:v>
                </c:pt>
                <c:pt idx="71">
                  <c:v>37.6247743961517</c:v>
                </c:pt>
                <c:pt idx="72">
                  <c:v>37.450500014964803</c:v>
                </c:pt>
                <c:pt idx="73">
                  <c:v>37.276226624671501</c:v>
                </c:pt>
                <c:pt idx="74">
                  <c:v>37.101954237025602</c:v>
                </c:pt>
                <c:pt idx="75">
                  <c:v>36.927682863739797</c:v>
                </c:pt>
                <c:pt idx="76">
                  <c:v>36.753412516485398</c:v>
                </c:pt>
                <c:pt idx="77">
                  <c:v>36.5791432068932</c:v>
                </c:pt>
                <c:pt idx="78">
                  <c:v>36.404874946553697</c:v>
                </c:pt>
                <c:pt idx="79">
                  <c:v>36.230607747018198</c:v>
                </c:pt>
                <c:pt idx="80">
                  <c:v>36.056341619798602</c:v>
                </c:pt>
                <c:pt idx="81">
                  <c:v>35.882076576368299</c:v>
                </c:pt>
                <c:pt idx="82">
                  <c:v>35.707812628162699</c:v>
                </c:pt>
                <c:pt idx="83">
                  <c:v>35.533549786579599</c:v>
                </c:pt>
                <c:pt idx="84">
                  <c:v>35.359288062979701</c:v>
                </c:pt>
                <c:pt idx="85">
                  <c:v>35.185027468686798</c:v>
                </c:pt>
                <c:pt idx="86">
                  <c:v>35.010768014989097</c:v>
                </c:pt>
                <c:pt idx="87">
                  <c:v>34.836509713138803</c:v>
                </c:pt>
                <c:pt idx="88">
                  <c:v>34.662252574353097</c:v>
                </c:pt>
                <c:pt idx="89">
                  <c:v>34.487996609814303</c:v>
                </c:pt>
                <c:pt idx="90">
                  <c:v>34.313741830670899</c:v>
                </c:pt>
                <c:pt idx="91">
                  <c:v>34.139488248037402</c:v>
                </c:pt>
                <c:pt idx="92">
                  <c:v>33.965235872995102</c:v>
                </c:pt>
                <c:pt idx="93">
                  <c:v>33.790984716592597</c:v>
                </c:pt>
                <c:pt idx="94">
                  <c:v>33.616734789845999</c:v>
                </c:pt>
                <c:pt idx="95">
                  <c:v>33.442486103739803</c:v>
                </c:pt>
                <c:pt idx="96">
                  <c:v>33.268238669227003</c:v>
                </c:pt>
                <c:pt idx="97">
                  <c:v>33.0939924972295</c:v>
                </c:pt>
                <c:pt idx="98">
                  <c:v>32.919747598639098</c:v>
                </c:pt>
                <c:pt idx="99">
                  <c:v>32.745503984317303</c:v>
                </c:pt>
                <c:pt idx="100">
                  <c:v>32.571261665096102</c:v>
                </c:pt>
                <c:pt idx="101">
                  <c:v>32.397020651778298</c:v>
                </c:pt>
                <c:pt idx="102">
                  <c:v>32.222780955138198</c:v>
                </c:pt>
                <c:pt idx="103">
                  <c:v>32.048542585921801</c:v>
                </c:pt>
                <c:pt idx="104">
                  <c:v>31.874305554847201</c:v>
                </c:pt>
                <c:pt idx="105">
                  <c:v>31.700069872605201</c:v>
                </c:pt>
                <c:pt idx="106">
                  <c:v>31.5258355498597</c:v>
                </c:pt>
                <c:pt idx="107">
                  <c:v>31.3516025972481</c:v>
                </c:pt>
                <c:pt idx="108">
                  <c:v>31.1773710253816</c:v>
                </c:pt>
                <c:pt idx="109">
                  <c:v>31.003140844845898</c:v>
                </c:pt>
                <c:pt idx="110">
                  <c:v>30.8289120662015</c:v>
                </c:pt>
                <c:pt idx="111">
                  <c:v>30.6546846999839</c:v>
                </c:pt>
                <c:pt idx="112">
                  <c:v>30.480458756704301</c:v>
                </c:pt>
                <c:pt idx="113">
                  <c:v>30.306234246850099</c:v>
                </c:pt>
                <c:pt idx="114">
                  <c:v>30.132011180884799</c:v>
                </c:pt>
                <c:pt idx="115">
                  <c:v>29.957789569248899</c:v>
                </c:pt>
                <c:pt idx="116">
                  <c:v>29.783569422360099</c:v>
                </c:pt>
                <c:pt idx="117">
                  <c:v>29.609350750613899</c:v>
                </c:pt>
                <c:pt idx="118">
                  <c:v>29.435133564383499</c:v>
                </c:pt>
                <c:pt idx="119">
                  <c:v>29.260917874020802</c:v>
                </c:pt>
                <c:pt idx="120">
                  <c:v>29.0867036898564</c:v>
                </c:pt>
                <c:pt idx="121">
                  <c:v>28.912491022200101</c:v>
                </c:pt>
                <c:pt idx="122">
                  <c:v>28.738279881341398</c:v>
                </c:pt>
                <c:pt idx="123">
                  <c:v>28.564070277549501</c:v>
                </c:pt>
                <c:pt idx="124">
                  <c:v>28.389862221074299</c:v>
                </c:pt>
                <c:pt idx="125">
                  <c:v>28.215655722146199</c:v>
                </c:pt>
                <c:pt idx="126">
                  <c:v>28.0414507909767</c:v>
                </c:pt>
                <c:pt idx="127">
                  <c:v>27.867247437758799</c:v>
                </c:pt>
                <c:pt idx="128">
                  <c:v>27.693045672667399</c:v>
                </c:pt>
                <c:pt idx="129">
                  <c:v>27.518845505859399</c:v>
                </c:pt>
                <c:pt idx="130">
                  <c:v>27.344646947474502</c:v>
                </c:pt>
                <c:pt idx="131">
                  <c:v>27.1704500076351</c:v>
                </c:pt>
                <c:pt idx="132">
                  <c:v>26.996254696447</c:v>
                </c:pt>
                <c:pt idx="133">
                  <c:v>26.822061023999499</c:v>
                </c:pt>
                <c:pt idx="134">
                  <c:v>26.647869000365802</c:v>
                </c:pt>
                <c:pt idx="135">
                  <c:v>26.473678635603701</c:v>
                </c:pt>
                <c:pt idx="136">
                  <c:v>26.2994899397554</c:v>
                </c:pt>
                <c:pt idx="137">
                  <c:v>26.1253029228481</c:v>
                </c:pt>
                <c:pt idx="138">
                  <c:v>25.951117594894299</c:v>
                </c:pt>
                <c:pt idx="139">
                  <c:v>25.776933965892301</c:v>
                </c:pt>
                <c:pt idx="140">
                  <c:v>25.6027520458262</c:v>
                </c:pt>
                <c:pt idx="141">
                  <c:v>25.428571844666401</c:v>
                </c:pt>
                <c:pt idx="142">
                  <c:v>25.2543933723701</c:v>
                </c:pt>
                <c:pt idx="143">
                  <c:v>25.0802166388812</c:v>
                </c:pt>
                <c:pt idx="144">
                  <c:v>24.906041654130998</c:v>
                </c:pt>
                <c:pt idx="145">
                  <c:v>24.731868428038499</c:v>
                </c:pt>
                <c:pt idx="146">
                  <c:v>24.5576969705102</c:v>
                </c:pt>
                <c:pt idx="147">
                  <c:v>24.383527291441101</c:v>
                </c:pt>
                <c:pt idx="148">
                  <c:v>24.209359400714501</c:v>
                </c:pt>
                <c:pt idx="149">
                  <c:v>24.0351933082027</c:v>
                </c:pt>
                <c:pt idx="150">
                  <c:v>23.8610290237669</c:v>
                </c:pt>
                <c:pt idx="151">
                  <c:v>23.686866557257598</c:v>
                </c:pt>
                <c:pt idx="152">
                  <c:v>23.512705918515199</c:v>
                </c:pt>
                <c:pt idx="153">
                  <c:v>23.338547117369899</c:v>
                </c:pt>
                <c:pt idx="154">
                  <c:v>23.164390163642199</c:v>
                </c:pt>
                <c:pt idx="155">
                  <c:v>22.9902350671431</c:v>
                </c:pt>
                <c:pt idx="156">
                  <c:v>22.816081837674201</c:v>
                </c:pt>
                <c:pt idx="157">
                  <c:v>22.641930485028599</c:v>
                </c:pt>
                <c:pt idx="158">
                  <c:v>22.467781018990301</c:v>
                </c:pt>
                <c:pt idx="159">
                  <c:v>22.2936334493352</c:v>
                </c:pt>
                <c:pt idx="160">
                  <c:v>22.119487785830799</c:v>
                </c:pt>
                <c:pt idx="161">
                  <c:v>21.945344038237099</c:v>
                </c:pt>
                <c:pt idx="162">
                  <c:v>21.7712022163062</c:v>
                </c:pt>
                <c:pt idx="163">
                  <c:v>21.597062329782901</c:v>
                </c:pt>
                <c:pt idx="164">
                  <c:v>21.4229243884051</c:v>
                </c:pt>
                <c:pt idx="165">
                  <c:v>21.2487884019035</c:v>
                </c:pt>
                <c:pt idx="166">
                  <c:v>21.074654380002599</c:v>
                </c:pt>
                <c:pt idx="167">
                  <c:v>20.900522332420099</c:v>
                </c:pt>
                <c:pt idx="168">
                  <c:v>20.726392268868</c:v>
                </c:pt>
                <c:pt idx="169">
                  <c:v>20.5522641990522</c:v>
                </c:pt>
                <c:pt idx="170">
                  <c:v>20.378138132673101</c:v>
                </c:pt>
                <c:pt idx="171">
                  <c:v>20.204014079425299</c:v>
                </c:pt>
                <c:pt idx="172">
                  <c:v>20.0298920489988</c:v>
                </c:pt>
                <c:pt idx="173">
                  <c:v>19.855772051078201</c:v>
                </c:pt>
                <c:pt idx="174">
                  <c:v>19.6816540953435</c:v>
                </c:pt>
                <c:pt idx="175">
                  <c:v>19.5075381914702</c:v>
                </c:pt>
                <c:pt idx="176">
                  <c:v>19.333424349129501</c:v>
                </c:pt>
                <c:pt idx="177">
                  <c:v>19.159312577988398</c:v>
                </c:pt>
                <c:pt idx="178">
                  <c:v>18.985202887710301</c:v>
                </c:pt>
                <c:pt idx="179">
                  <c:v>18.811095287954501</c:v>
                </c:pt>
                <c:pt idx="180">
                  <c:v>18.636989788377299</c:v>
                </c:pt>
                <c:pt idx="181">
                  <c:v>18.462886398631401</c:v>
                </c:pt>
                <c:pt idx="182">
                  <c:v>18.288785128366499</c:v>
                </c:pt>
                <c:pt idx="183">
                  <c:v>18.114685987229599</c:v>
                </c:pt>
                <c:pt idx="184">
                  <c:v>17.9405889848647</c:v>
                </c:pt>
                <c:pt idx="185">
                  <c:v>17.766494130913699</c:v>
                </c:pt>
                <c:pt idx="186">
                  <c:v>17.592401435015901</c:v>
                </c:pt>
                <c:pt idx="187">
                  <c:v>17.4183109068086</c:v>
                </c:pt>
                <c:pt idx="188">
                  <c:v>17.244222555927202</c:v>
                </c:pt>
                <c:pt idx="189">
                  <c:v>17.0701363920052</c:v>
                </c:pt>
                <c:pt idx="190">
                  <c:v>16.8960524246746</c:v>
                </c:pt>
                <c:pt idx="191">
                  <c:v>16.721970663566101</c:v>
                </c:pt>
                <c:pt idx="192">
                  <c:v>16.5478911183089</c:v>
                </c:pt>
                <c:pt idx="193">
                  <c:v>16.373813798531401</c:v>
                </c:pt>
                <c:pt idx="194">
                  <c:v>16.199738713860999</c:v>
                </c:pt>
                <c:pt idx="195">
                  <c:v>16.025665873924101</c:v>
                </c:pt>
                <c:pt idx="196">
                  <c:v>15.851595288346999</c:v>
                </c:pt>
                <c:pt idx="197">
                  <c:v>15.677526966755099</c:v>
                </c:pt>
                <c:pt idx="198">
                  <c:v>15.503460918773801</c:v>
                </c:pt>
                <c:pt idx="199">
                  <c:v>15.3293971540282</c:v>
                </c:pt>
                <c:pt idx="200">
                  <c:v>15.1553356821435</c:v>
                </c:pt>
                <c:pt idx="201">
                  <c:v>14.981276512745101</c:v>
                </c:pt>
                <c:pt idx="202">
                  <c:v>14.807219655458701</c:v>
                </c:pt>
                <c:pt idx="203">
                  <c:v>14.6331651199103</c:v>
                </c:pt>
                <c:pt idx="204">
                  <c:v>14.459112915726701</c:v>
                </c:pt>
                <c:pt idx="205">
                  <c:v>14.285063052535101</c:v>
                </c:pt>
                <c:pt idx="206">
                  <c:v>14.111015539963899</c:v>
                </c:pt>
                <c:pt idx="207">
                  <c:v>13.9369703876422</c:v>
                </c:pt>
                <c:pt idx="208">
                  <c:v>13.7629276052003</c:v>
                </c:pt>
                <c:pt idx="209">
                  <c:v>13.588887202269801</c:v>
                </c:pt>
                <c:pt idx="210">
                  <c:v>13.414849188483499</c:v>
                </c:pt>
                <c:pt idx="211">
                  <c:v>13.2408135734757</c:v>
                </c:pt>
                <c:pt idx="212">
                  <c:v>13.066780366882501</c:v>
                </c:pt>
                <c:pt idx="213">
                  <c:v>12.892749578341199</c:v>
                </c:pt>
                <c:pt idx="214">
                  <c:v>12.718721217491399</c:v>
                </c:pt>
                <c:pt idx="215">
                  <c:v>12.5446952939743</c:v>
                </c:pt>
                <c:pt idx="216">
                  <c:v>12.370671817433299</c:v>
                </c:pt>
                <c:pt idx="217">
                  <c:v>12.196650797513801</c:v>
                </c:pt>
                <c:pt idx="218">
                  <c:v>12.0226322438635</c:v>
                </c:pt>
                <c:pt idx="219">
                  <c:v>11.848616166132199</c:v>
                </c:pt>
                <c:pt idx="220">
                  <c:v>11.6746025739724</c:v>
                </c:pt>
                <c:pt idx="221">
                  <c:v>11.500591477039</c:v>
                </c:pt>
                <c:pt idx="222">
                  <c:v>11.3265828849895</c:v>
                </c:pt>
                <c:pt idx="223">
                  <c:v>11.1525768074839</c:v>
                </c:pt>
                <c:pt idx="224">
                  <c:v>10.978573254185299</c:v>
                </c:pt>
                <c:pt idx="225">
                  <c:v>10.804572234759499</c:v>
                </c:pt>
                <c:pt idx="226">
                  <c:v>10.6305737588751</c:v>
                </c:pt>
                <c:pt idx="227">
                  <c:v>10.4565778362039</c:v>
                </c:pt>
                <c:pt idx="228">
                  <c:v>10.2825844764207</c:v>
                </c:pt>
                <c:pt idx="229">
                  <c:v>10.1085936892035</c:v>
                </c:pt>
                <c:pt idx="230">
                  <c:v>9.9346054842336304</c:v>
                </c:pt>
                <c:pt idx="231">
                  <c:v>9.7606198711954892</c:v>
                </c:pt>
                <c:pt idx="232">
                  <c:v>9.5866368597770304</c:v>
                </c:pt>
                <c:pt idx="233">
                  <c:v>9.4126564596696092</c:v>
                </c:pt>
                <c:pt idx="234">
                  <c:v>9.2386786805680803</c:v>
                </c:pt>
                <c:pt idx="235">
                  <c:v>9.06470353217086</c:v>
                </c:pt>
                <c:pt idx="236">
                  <c:v>8.8907310241799795</c:v>
                </c:pt>
                <c:pt idx="237">
                  <c:v>8.7167611663011595</c:v>
                </c:pt>
                <c:pt idx="238">
                  <c:v>8.5427939682438403</c:v>
                </c:pt>
                <c:pt idx="239">
                  <c:v>8.3688294397212601</c:v>
                </c:pt>
                <c:pt idx="240">
                  <c:v>8.1948675904504693</c:v>
                </c:pt>
                <c:pt idx="241">
                  <c:v>8.0209084301524296</c:v>
                </c:pt>
                <c:pt idx="242">
                  <c:v>7.8469519685520099</c:v>
                </c:pt>
                <c:pt idx="243">
                  <c:v>7.67299821537806</c:v>
                </c:pt>
                <c:pt idx="244">
                  <c:v>7.49904718036343</c:v>
                </c:pt>
                <c:pt idx="245">
                  <c:v>7.3250988732450404</c:v>
                </c:pt>
                <c:pt idx="246">
                  <c:v>7.1511533037638904</c:v>
                </c:pt>
                <c:pt idx="247">
                  <c:v>6.9772104816650904</c:v>
                </c:pt>
                <c:pt idx="248">
                  <c:v>6.8032704166979396</c:v>
                </c:pt>
                <c:pt idx="249">
                  <c:v>6.6293331186159099</c:v>
                </c:pt>
                <c:pt idx="250">
                  <c:v>6.4553985971766803</c:v>
                </c:pt>
                <c:pt idx="251">
                  <c:v>6.2814668621422003</c:v>
                </c:pt>
                <c:pt idx="252">
                  <c:v>6.1075379232786799</c:v>
                </c:pt>
                <c:pt idx="253">
                  <c:v>5.9336117903566201</c:v>
                </c:pt>
                <c:pt idx="254">
                  <c:v>5.7634025490294398</c:v>
                </c:pt>
                <c:pt idx="255">
                  <c:v>5.60435178766389</c:v>
                </c:pt>
                <c:pt idx="256">
                  <c:v>5.4565740722140097</c:v>
                </c:pt>
                <c:pt idx="257">
                  <c:v>5.3200957246199296</c:v>
                </c:pt>
                <c:pt idx="258">
                  <c:v>5.1948614277181901</c:v>
                </c:pt>
                <c:pt idx="259">
                  <c:v>5.0807406706267004</c:v>
                </c:pt>
                <c:pt idx="260">
                  <c:v>4.9775342596061396</c:v>
                </c:pt>
                <c:pt idx="261">
                  <c:v>4.8849808345329002</c:v>
                </c:pt>
                <c:pt idx="262">
                  <c:v>4.8027633361084199</c:v>
                </c:pt>
                <c:pt idx="263">
                  <c:v>4.7305153743350097</c:v>
                </c:pt>
                <c:pt idx="264">
                  <c:v>4.6678274544501202</c:v>
                </c:pt>
                <c:pt idx="265">
                  <c:v>4.6142530222710603</c:v>
                </c:pt>
                <c:pt idx="266">
                  <c:v>4.5693142966064801</c:v>
                </c:pt>
                <c:pt idx="267">
                  <c:v>4.5325078619051</c:v>
                </c:pt>
                <c:pt idx="268">
                  <c:v>4.5033099995210399</c:v>
                </c:pt>
                <c:pt idx="269">
                  <c:v>4.4811817407917598</c:v>
                </c:pt>
                <c:pt idx="270">
                  <c:v>4.4655736294878299</c:v>
                </c:pt>
                <c:pt idx="271">
                  <c:v>4.4559301850710202</c:v>
                </c:pt>
                <c:pt idx="272">
                  <c:v>4.4516940615784897</c:v>
                </c:pt>
                <c:pt idx="273">
                  <c:v>4.4523098998498796</c:v>
                </c:pt>
                <c:pt idx="274">
                  <c:v>4.4572278732588302</c:v>
                </c:pt>
                <c:pt idx="275">
                  <c:v>4.4659069291434301</c:v>
                </c:pt>
                <c:pt idx="276">
                  <c:v>4.4778177298000896</c:v>
                </c:pt>
                <c:pt idx="277">
                  <c:v>4.4924452982660998</c:v>
                </c:pt>
                <c:pt idx="278">
                  <c:v>4.5092913752210197</c:v>
                </c:pt>
                <c:pt idx="279">
                  <c:v>4.52787649423753</c:v>
                </c:pt>
                <c:pt idx="280">
                  <c:v>4.5477417833546996</c:v>
                </c:pt>
                <c:pt idx="281">
                  <c:v>4.5684505015722801</c:v>
                </c:pt>
                <c:pt idx="282">
                  <c:v>4.5895893194065698</c:v>
                </c:pt>
                <c:pt idx="283">
                  <c:v>4.6107693531348097</c:v>
                </c:pt>
                <c:pt idx="284">
                  <c:v>4.6316269628046998</c:v>
                </c:pt>
                <c:pt idx="285">
                  <c:v>4.6518243245135604</c:v>
                </c:pt>
                <c:pt idx="286">
                  <c:v>4.67104978787407</c:v>
                </c:pt>
                <c:pt idx="287">
                  <c:v>4.6890180299843296</c:v>
                </c:pt>
                <c:pt idx="288">
                  <c:v>4.7054700176073103</c:v>
                </c:pt>
                <c:pt idx="289">
                  <c:v>4.72017278963345</c:v>
                </c:pt>
                <c:pt idx="290">
                  <c:v>4.7329190722433996</c:v>
                </c:pt>
                <c:pt idx="291">
                  <c:v>4.7435267394970699</c:v>
                </c:pt>
                <c:pt idx="292">
                  <c:v>4.7518381323396701</c:v>
                </c:pt>
                <c:pt idx="293">
                  <c:v>4.7577192492268798</c:v>
                </c:pt>
                <c:pt idx="294">
                  <c:v>4.7610588217190299</c:v>
                </c:pt>
                <c:pt idx="295">
                  <c:v>4.7617672884708</c:v>
                </c:pt>
                <c:pt idx="296">
                  <c:v>4.7597756810413498</c:v>
                </c:pt>
                <c:pt idx="297">
                  <c:v>4.7550344348644602</c:v>
                </c:pt>
                <c:pt idx="298">
                  <c:v>4.7475121385463499</c:v>
                </c:pt>
                <c:pt idx="299">
                  <c:v>4.7371942343990101</c:v>
                </c:pt>
                <c:pt idx="300">
                  <c:v>4.7240816827699597</c:v>
                </c:pt>
                <c:pt idx="301">
                  <c:v>4.7097981314278199</c:v>
                </c:pt>
                <c:pt idx="302">
                  <c:v>4.6952409115587503</c:v>
                </c:pt>
                <c:pt idx="303">
                  <c:v>4.6805336792291401</c:v>
                </c:pt>
                <c:pt idx="304">
                  <c:v>4.6657940897778998</c:v>
                </c:pt>
                <c:pt idx="305">
                  <c:v>4.6511334110128297</c:v>
                </c:pt>
                <c:pt idx="306">
                  <c:v>4.6366561963733801</c:v>
                </c:pt>
                <c:pt idx="307">
                  <c:v>4.6224600163274001</c:v>
                </c:pt>
                <c:pt idx="308">
                  <c:v>4.6086352461553997</c:v>
                </c:pt>
                <c:pt idx="309">
                  <c:v>4.59526490814374</c:v>
                </c:pt>
                <c:pt idx="310">
                  <c:v>4.5824245660668499</c:v>
                </c:pt>
                <c:pt idx="311">
                  <c:v>4.57018226969537</c:v>
                </c:pt>
                <c:pt idx="312">
                  <c:v>4.5585985469273496</c:v>
                </c:pt>
                <c:pt idx="313">
                  <c:v>4.5477264410103198</c:v>
                </c:pt>
                <c:pt idx="314">
                  <c:v>4.5376115902053797</c:v>
                </c:pt>
                <c:pt idx="315">
                  <c:v>4.52829234714509</c:v>
                </c:pt>
                <c:pt idx="316">
                  <c:v>4.5197999350562998</c:v>
                </c:pt>
                <c:pt idx="317">
                  <c:v>4.5121586379585503</c:v>
                </c:pt>
                <c:pt idx="318">
                  <c:v>4.5053860219086799</c:v>
                </c:pt>
                <c:pt idx="319">
                  <c:v>4.4994931843431996</c:v>
                </c:pt>
                <c:pt idx="320">
                  <c:v>4.49448502857049</c:v>
                </c:pt>
                <c:pt idx="321">
                  <c:v>4.4903605604838397</c:v>
                </c:pt>
                <c:pt idx="322">
                  <c:v>4.4871132046031796</c:v>
                </c:pt>
                <c:pt idx="323">
                  <c:v>4.48473113660501</c:v>
                </c:pt>
                <c:pt idx="324">
                  <c:v>4.4831976295659697</c:v>
                </c:pt>
                <c:pt idx="325">
                  <c:v>4.4824914112229104</c:v>
                </c:pt>
                <c:pt idx="326">
                  <c:v>4.4825870296403298</c:v>
                </c:pt>
                <c:pt idx="327">
                  <c:v>4.4834552247716104</c:v>
                </c:pt>
                <c:pt idx="328">
                  <c:v>4.4850633035035097</c:v>
                </c:pt>
                <c:pt idx="329">
                  <c:v>4.4873755158813404</c:v>
                </c:pt>
                <c:pt idx="330">
                  <c:v>4.4903534303241299</c:v>
                </c:pt>
                <c:pt idx="331">
                  <c:v>4.4939563057543399</c:v>
                </c:pt>
                <c:pt idx="332">
                  <c:v>4.4981414586836497</c:v>
                </c:pt>
                <c:pt idx="333">
                  <c:v>4.5028646234153502</c:v>
                </c:pt>
                <c:pt idx="334">
                  <c:v>4.5080803036431396</c:v>
                </c:pt>
                <c:pt idx="335">
                  <c:v>4.5137421138472504</c:v>
                </c:pt>
                <c:pt idx="336">
                  <c:v>4.51980310900914</c:v>
                </c:pt>
                <c:pt idx="337">
                  <c:v>4.5262161012881501</c:v>
                </c:pt>
                <c:pt idx="338">
                  <c:v>4.5329339624251199</c:v>
                </c:pt>
                <c:pt idx="339">
                  <c:v>4.5399099107607901</c:v>
                </c:pt>
                <c:pt idx="340">
                  <c:v>4.5470977818798399</c:v>
                </c:pt>
                <c:pt idx="341">
                  <c:v>4.5544522820154496</c:v>
                </c:pt>
                <c:pt idx="342">
                  <c:v>4.5619292234736299</c:v>
                </c:pt>
                <c:pt idx="343">
                  <c:v>4.5694857414618602</c:v>
                </c:pt>
                <c:pt idx="344">
                  <c:v>4.5770804918321302</c:v>
                </c:pt>
                <c:pt idx="345">
                  <c:v>4.5846738293745597</c:v>
                </c:pt>
                <c:pt idx="346">
                  <c:v>4.5922279664233798</c:v>
                </c:pt>
                <c:pt idx="347">
                  <c:v>4.5997071116625898</c:v>
                </c:pt>
                <c:pt idx="348">
                  <c:v>4.6070775891428601</c:v>
                </c:pt>
                <c:pt idx="349">
                  <c:v>4.6143079376438099</c:v>
                </c:pt>
                <c:pt idx="350">
                  <c:v>4.6213689906360003</c:v>
                </c:pt>
                <c:pt idx="351">
                  <c:v>4.6282339372138503</c:v>
                </c:pt>
                <c:pt idx="352">
                  <c:v>4.6348783644836704</c:v>
                </c:pt>
                <c:pt idx="353">
                  <c:v>4.6412802819984602</c:v>
                </c:pt>
                <c:pt idx="354">
                  <c:v>4.6474201289334998</c:v>
                </c:pt>
                <c:pt idx="355">
                  <c:v>4.6532807647911199</c:v>
                </c:pt>
                <c:pt idx="356">
                  <c:v>4.6588474445108998</c:v>
                </c:pt>
                <c:pt idx="357">
                  <c:v>4.6641077789397301</c:v>
                </c:pt>
                <c:pt idx="358">
                  <c:v>4.6690516816858496</c:v>
                </c:pt>
                <c:pt idx="359">
                  <c:v>4.67367130344019</c:v>
                </c:pt>
                <c:pt idx="360">
                  <c:v>4.6779609548971601</c:v>
                </c:pt>
                <c:pt idx="361">
                  <c:v>4.68191701944522</c:v>
                </c:pt>
                <c:pt idx="362">
                  <c:v>4.6855378568239399</c:v>
                </c:pt>
                <c:pt idx="363">
                  <c:v>4.6888236989601797</c:v>
                </c:pt>
                <c:pt idx="364">
                  <c:v>4.6917765391997701</c:v>
                </c:pt>
                <c:pt idx="365">
                  <c:v>4.6944000161447104</c:v>
                </c:pt>
                <c:pt idx="366">
                  <c:v>4.6966992932879803</c:v>
                </c:pt>
                <c:pt idx="367">
                  <c:v>4.6986809356104899</c:v>
                </c:pt>
                <c:pt idx="368">
                  <c:v>4.7003527842674204</c:v>
                </c:pt>
                <c:pt idx="369">
                  <c:v>4.7017238304446902</c:v>
                </c:pt>
                <c:pt idx="370">
                  <c:v>4.7028040894124503</c:v>
                </c:pt>
                <c:pt idx="371">
                  <c:v>4.7036044757406597</c:v>
                </c:pt>
                <c:pt idx="372">
                  <c:v>4.7041366805748002</c:v>
                </c:pt>
                <c:pt idx="373">
                  <c:v>4.7044130517968998</c:v>
                </c:pt>
                <c:pt idx="374">
                  <c:v>4.7044464778204897</c:v>
                </c:pt>
                <c:pt idx="375">
                  <c:v>4.7042502756885902</c:v>
                </c:pt>
                <c:pt idx="376">
                  <c:v>4.7038380840623404</c:v>
                </c:pt>
                <c:pt idx="377">
                  <c:v>4.7032237616053498</c:v>
                </c:pt>
                <c:pt idx="378">
                  <c:v>4.7024212911866998</c:v>
                </c:pt>
                <c:pt idx="379">
                  <c:v>4.7014446902440401</c:v>
                </c:pt>
                <c:pt idx="380">
                  <c:v>4.7003079275690496</c:v>
                </c:pt>
                <c:pt idx="381">
                  <c:v>4.6990248467003797</c:v>
                </c:pt>
                <c:pt idx="382">
                  <c:v>4.6976090960360297</c:v>
                </c:pt>
                <c:pt idx="383">
                  <c:v>4.6960740657076201</c:v>
                </c:pt>
                <c:pt idx="384">
                  <c:v>4.6944328311936996</c:v>
                </c:pt>
                <c:pt idx="385">
                  <c:v>4.6926981035895103</c:v>
                </c:pt>
                <c:pt idx="386">
                  <c:v>4.6908821863954504</c:v>
                </c:pt>
                <c:pt idx="387">
                  <c:v>4.68899693863714</c:v>
                </c:pt>
                <c:pt idx="388">
                  <c:v>4.6870537440863496</c:v>
                </c:pt>
                <c:pt idx="389">
                  <c:v>4.68506348631362</c:v>
                </c:pt>
                <c:pt idx="390">
                  <c:v>4.6830365292716101</c:v>
                </c:pt>
                <c:pt idx="391">
                  <c:v>4.6809827030808204</c:v>
                </c:pt>
                <c:pt idx="392">
                  <c:v>4.6789112946687403</c:v>
                </c:pt>
                <c:pt idx="393">
                  <c:v>4.6768310428972404</c:v>
                </c:pt>
                <c:pt idx="394">
                  <c:v>4.6747501378021799</c:v>
                </c:pt>
                <c:pt idx="395">
                  <c:v>4.6726762235636503</c:v>
                </c:pt>
                <c:pt idx="396">
                  <c:v>4.67061640482311</c:v>
                </c:pt>
                <c:pt idx="397">
                  <c:v>4.6685772559669401</c:v>
                </c:pt>
                <c:pt idx="398">
                  <c:v>4.6665648330020604</c:v>
                </c:pt>
                <c:pt idx="399">
                  <c:v>4.6645846876589996</c:v>
                </c:pt>
                <c:pt idx="400">
                  <c:v>4.6626418833710899</c:v>
                </c:pt>
                <c:pt idx="401">
                  <c:v>4.6607410127934399</c:v>
                </c:pt>
                <c:pt idx="402">
                  <c:v>4.6588862165434</c:v>
                </c:pt>
                <c:pt idx="403">
                  <c:v>4.6570812028638402</c:v>
                </c:pt>
                <c:pt idx="404">
                  <c:v>4.6553292679313003</c:v>
                </c:pt>
                <c:pt idx="405">
                  <c:v>4.6536333165536004</c:v>
                </c:pt>
                <c:pt idx="406">
                  <c:v>4.65199588302431</c:v>
                </c:pt>
                <c:pt idx="407">
                  <c:v>4.6504191519247904</c:v>
                </c:pt>
                <c:pt idx="408">
                  <c:v>4.6489049786882202</c:v>
                </c:pt>
                <c:pt idx="409">
                  <c:v>4.6474549097632396</c:v>
                </c:pt>
                <c:pt idx="410">
                  <c:v>4.6460702022381</c:v>
                </c:pt>
                <c:pt idx="411">
                  <c:v>4.6447518428082804</c:v>
                </c:pt>
                <c:pt idx="412">
                  <c:v>4.6435005659922597</c:v>
                </c:pt>
                <c:pt idx="413">
                  <c:v>4.6423168715207401</c:v>
                </c:pt>
                <c:pt idx="414">
                  <c:v>4.6412010408437103</c:v>
                </c:pt>
                <c:pt idx="415">
                  <c:v>4.6401531527180602</c:v>
                </c:pt>
                <c:pt idx="416">
                  <c:v>4.6391730978551404</c:v>
                </c:pt>
                <c:pt idx="417">
                  <c:v>4.6382605926226201</c:v>
                </c:pt>
                <c:pt idx="418">
                  <c:v>4.6374151918091098</c:v>
                </c:pt>
                <c:pt idx="419">
                  <c:v>4.6366363004717304</c:v>
                </c:pt>
                <c:pt idx="420">
                  <c:v>4.63592318489773</c:v>
                </c:pt>
                <c:pt idx="421">
                  <c:v>4.6352749827201496</c:v>
                </c:pt>
                <c:pt idx="422">
                  <c:v>4.6346907122350096</c:v>
                </c:pt>
                <c:pt idx="423">
                  <c:v>4.6341692809736896</c:v>
                </c:pt>
                <c:pt idx="424">
                  <c:v>4.6337094935885599</c:v>
                </c:pt>
                <c:pt idx="425">
                  <c:v>4.6333100591134402</c:v>
                </c:pt>
                <c:pt idx="426">
                  <c:v>4.6329695976622203</c:v>
                </c:pt>
                <c:pt idx="427">
                  <c:v>4.6326866466299901</c:v>
                </c:pt>
                <c:pt idx="428">
                  <c:v>4.6324596664606004</c:v>
                </c:pt>
                <c:pt idx="429">
                  <c:v>4.6322870460434604</c:v>
                </c:pt>
                <c:pt idx="430">
                  <c:v>4.6321671078000701</c:v>
                </c:pt>
                <c:pt idx="431">
                  <c:v>4.6320981125182001</c:v>
                </c:pt>
                <c:pt idx="432">
                  <c:v>4.6320782639875997</c:v>
                </c:pt>
                <c:pt idx="433">
                  <c:v>4.6321057134876504</c:v>
                </c:pt>
                <c:pt idx="434">
                  <c:v>4.6321785641720998</c:v>
                </c:pt>
                <c:pt idx="435">
                  <c:v>4.6322948753918602</c:v>
                </c:pt>
                <c:pt idx="436">
                  <c:v>4.6324526669910098</c:v>
                </c:pt>
                <c:pt idx="437">
                  <c:v>4.6326499236065404</c:v>
                </c:pt>
                <c:pt idx="438">
                  <c:v>4.63288459899639</c:v>
                </c:pt>
                <c:pt idx="439">
                  <c:v>4.6331546204155201</c:v>
                </c:pt>
                <c:pt idx="440">
                  <c:v>4.6334578930542296</c:v>
                </c:pt>
                <c:pt idx="441">
                  <c:v>4.6337923045478702</c:v>
                </c:pt>
                <c:pt idx="442">
                  <c:v>4.6341557295625204</c:v>
                </c:pt>
                <c:pt idx="443">
                  <c:v>4.6345460344562097</c:v>
                </c:pt>
                <c:pt idx="444">
                  <c:v>4.6349610820112996</c:v>
                </c:pt>
                <c:pt idx="445">
                  <c:v>4.6353987362297504</c:v>
                </c:pt>
                <c:pt idx="446">
                  <c:v>4.6358568671792701</c:v>
                </c:pt>
                <c:pt idx="447">
                  <c:v>4.6363333558753803</c:v>
                </c:pt>
                <c:pt idx="448">
                  <c:v>4.63682609918179</c:v>
                </c:pt>
                <c:pt idx="449">
                  <c:v>4.6373330147090401</c:v>
                </c:pt>
                <c:pt idx="450">
                  <c:v>4.6378520456898604</c:v>
                </c:pt>
                <c:pt idx="451">
                  <c:v>4.6383811658077896</c:v>
                </c:pt>
                <c:pt idx="452">
                  <c:v>4.6389183839552901</c:v>
                </c:pt>
                <c:pt idx="453">
                  <c:v>4.6394617488964798</c:v>
                </c:pt>
                <c:pt idx="454">
                  <c:v>4.6400093538097096</c:v>
                </c:pt>
                <c:pt idx="455">
                  <c:v>4.64055934068538</c:v>
                </c:pt>
                <c:pt idx="456">
                  <c:v>4.6411099045548596</c:v>
                </c:pt>
                <c:pt idx="457">
                  <c:v>4.6416592975274202</c:v>
                </c:pt>
                <c:pt idx="458">
                  <c:v>4.6422058326129401</c:v>
                </c:pt>
                <c:pt idx="459">
                  <c:v>4.6427478873098602</c:v>
                </c:pt>
                <c:pt idx="460">
                  <c:v>4.6432839069394198</c:v>
                </c:pt>
                <c:pt idx="461">
                  <c:v>4.6438124077088601</c:v>
                </c:pt>
                <c:pt idx="462">
                  <c:v>4.6443319794884799</c:v>
                </c:pt>
                <c:pt idx="463">
                  <c:v>4.6448412882895198</c:v>
                </c:pt>
                <c:pt idx="464">
                  <c:v>4.6453390784320003</c:v>
                </c:pt>
                <c:pt idx="465">
                  <c:v>4.6458241743938196</c:v>
                </c:pt>
                <c:pt idx="466">
                  <c:v>4.6462954823351197</c:v>
                </c:pt>
                <c:pt idx="467">
                  <c:v>4.6467519912936703</c:v>
                </c:pt>
                <c:pt idx="468">
                  <c:v>4.6471927740498904</c:v>
                </c:pt>
                <c:pt idx="469">
                  <c:v>4.6476169876619498</c:v>
                </c:pt>
                <c:pt idx="470">
                  <c:v>4.6480238736738499</c:v>
                </c:pt>
                <c:pt idx="471">
                  <c:v>4.6484127580013599</c:v>
                </c:pt>
                <c:pt idx="472">
                  <c:v>4.6487830505026899</c:v>
                </c:pt>
                <c:pt idx="473">
                  <c:v>4.6491342442426404</c:v>
                </c:pt>
                <c:pt idx="474">
                  <c:v>4.6494659144607997</c:v>
                </c:pt>
                <c:pt idx="475">
                  <c:v>4.6497777172558097</c:v>
                </c:pt>
                <c:pt idx="476">
                  <c:v>4.65006938799928</c:v>
                </c:pt>
                <c:pt idx="477">
                  <c:v>4.6503407394940499</c:v>
                </c:pt>
                <c:pt idx="478">
                  <c:v>4.6505916598928501</c:v>
                </c:pt>
                <c:pt idx="479">
                  <c:v>4.6508221103940999</c:v>
                </c:pt>
                <c:pt idx="480">
                  <c:v>4.6510321227324596</c:v>
                </c:pt>
                <c:pt idx="481">
                  <c:v>4.6512217964823899</c:v>
                </c:pt>
                <c:pt idx="482">
                  <c:v>4.6513912961934798</c:v>
                </c:pt>
                <c:pt idx="483">
                  <c:v>4.6515408483762597</c:v>
                </c:pt>
                <c:pt idx="484">
                  <c:v>4.6516707383578497</c:v>
                </c:pt>
                <c:pt idx="485">
                  <c:v>4.6517813070263303</c:v>
                </c:pt>
                <c:pt idx="486">
                  <c:v>4.6518729474829099</c:v>
                </c:pt>
                <c:pt idx="487">
                  <c:v>4.6519461016203696</c:v>
                </c:pt>
                <c:pt idx="488">
                  <c:v>4.6520012566462201</c:v>
                </c:pt>
                <c:pt idx="489">
                  <c:v>4.6520389415682804</c:v>
                </c:pt>
                <c:pt idx="490">
                  <c:v>4.6520597236597201</c:v>
                </c:pt>
                <c:pt idx="491">
                  <c:v>4.6520642049202898</c:v>
                </c:pt>
                <c:pt idx="492">
                  <c:v>4.6520530185492301</c:v>
                </c:pt>
                <c:pt idx="493">
                  <c:v>4.6520268254449801</c:v>
                </c:pt>
                <c:pt idx="494">
                  <c:v>4.6519863107455199</c:v>
                </c:pt>
                <c:pt idx="495">
                  <c:v>4.6519321804226603</c:v>
                </c:pt>
                <c:pt idx="496">
                  <c:v>4.6518651579424004</c:v>
                </c:pt>
                <c:pt idx="497">
                  <c:v>4.65178598100246</c:v>
                </c:pt>
                <c:pt idx="498">
                  <c:v>4.6516953983574201</c:v>
                </c:pt>
                <c:pt idx="499">
                  <c:v>4.6515941667405096</c:v>
                </c:pt>
                <c:pt idx="500">
                  <c:v>4.6514830478905802</c:v>
                </c:pt>
                <c:pt idx="501">
                  <c:v>4.6513628056911598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75F-4A2A-8582-F0C96DC99F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8417008"/>
        <c:axId val="1538410288"/>
      </c:scatterChart>
      <c:valAx>
        <c:axId val="1538417008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time</a:t>
                </a:r>
                <a:r>
                  <a:rPr lang="en-US" baseline="0"/>
                  <a:t> [s]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0288"/>
        <c:crosses val="autoZero"/>
        <c:crossBetween val="midCat"/>
        <c:majorUnit val="1"/>
      </c:valAx>
      <c:valAx>
        <c:axId val="1538410288"/>
        <c:scaling>
          <c:orientation val="minMax"/>
          <c:max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Altitude [ft]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7008"/>
        <c:crosses val="autoZero"/>
        <c:crossBetween val="midCat"/>
        <c:majorUnit val="10"/>
      </c:valAx>
      <c:spPr>
        <a:noFill/>
        <a:ln w="25400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'-5.0'!$F$1</c:f>
              <c:strCache>
                <c:ptCount val="1"/>
                <c:pt idx="0">
                  <c:v> q[rad/s]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'-5.0'!$A$2:$A$503</c:f>
              <c:numCache>
                <c:formatCode>0.00E+00</c:formatCode>
                <c:ptCount val="502"/>
                <c:pt idx="0" formatCode="General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2.9999999999999898E-2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8.99999999999999E-2</c:v>
                </c:pt>
                <c:pt idx="10">
                  <c:v>9.9999999999999895E-2</c:v>
                </c:pt>
                <c:pt idx="11" formatCode="General">
                  <c:v>0.109999999999999</c:v>
                </c:pt>
                <c:pt idx="12" formatCode="General">
                  <c:v>0.119999999999999</c:v>
                </c:pt>
                <c:pt idx="13" formatCode="General">
                  <c:v>0.12999999999999901</c:v>
                </c:pt>
                <c:pt idx="14" formatCode="General">
                  <c:v>0.13999999999999899</c:v>
                </c:pt>
                <c:pt idx="15" formatCode="General">
                  <c:v>0.149999999999999</c:v>
                </c:pt>
                <c:pt idx="16" formatCode="General">
                  <c:v>0.16</c:v>
                </c:pt>
                <c:pt idx="17" formatCode="General">
                  <c:v>0.17</c:v>
                </c:pt>
                <c:pt idx="18" formatCode="General">
                  <c:v>0.18</c:v>
                </c:pt>
                <c:pt idx="19" formatCode="General">
                  <c:v>0.19</c:v>
                </c:pt>
                <c:pt idx="20" formatCode="General">
                  <c:v>0.2</c:v>
                </c:pt>
                <c:pt idx="21" formatCode="General">
                  <c:v>0.21</c:v>
                </c:pt>
                <c:pt idx="22" formatCode="General">
                  <c:v>0.22</c:v>
                </c:pt>
                <c:pt idx="23" formatCode="General">
                  <c:v>0.23</c:v>
                </c:pt>
                <c:pt idx="24" formatCode="General">
                  <c:v>0.24</c:v>
                </c:pt>
                <c:pt idx="25" formatCode="General">
                  <c:v>0.25</c:v>
                </c:pt>
                <c:pt idx="26" formatCode="General">
                  <c:v>0.26</c:v>
                </c:pt>
                <c:pt idx="27" formatCode="General">
                  <c:v>0.27</c:v>
                </c:pt>
                <c:pt idx="28" formatCode="General">
                  <c:v>0.28000000000000003</c:v>
                </c:pt>
                <c:pt idx="29" formatCode="General">
                  <c:v>0.28999999999999998</c:v>
                </c:pt>
                <c:pt idx="30" formatCode="General">
                  <c:v>0.3</c:v>
                </c:pt>
                <c:pt idx="31" formatCode="General">
                  <c:v>0.31</c:v>
                </c:pt>
                <c:pt idx="32" formatCode="General">
                  <c:v>0.32</c:v>
                </c:pt>
                <c:pt idx="33" formatCode="General">
                  <c:v>0.33</c:v>
                </c:pt>
                <c:pt idx="34" formatCode="General">
                  <c:v>0.34</c:v>
                </c:pt>
                <c:pt idx="35" formatCode="General">
                  <c:v>0.35</c:v>
                </c:pt>
                <c:pt idx="36" formatCode="General">
                  <c:v>0.36</c:v>
                </c:pt>
                <c:pt idx="37" formatCode="General">
                  <c:v>0.37</c:v>
                </c:pt>
                <c:pt idx="38" formatCode="General">
                  <c:v>0.38</c:v>
                </c:pt>
                <c:pt idx="39" formatCode="General">
                  <c:v>0.39</c:v>
                </c:pt>
                <c:pt idx="40" formatCode="General">
                  <c:v>0.4</c:v>
                </c:pt>
                <c:pt idx="41" formatCode="General">
                  <c:v>0.41</c:v>
                </c:pt>
                <c:pt idx="42" formatCode="General">
                  <c:v>0.42</c:v>
                </c:pt>
                <c:pt idx="43" formatCode="General">
                  <c:v>0.43</c:v>
                </c:pt>
                <c:pt idx="44" formatCode="General">
                  <c:v>0.44</c:v>
                </c:pt>
                <c:pt idx="45" formatCode="General">
                  <c:v>0.45</c:v>
                </c:pt>
                <c:pt idx="46" formatCode="General">
                  <c:v>0.46</c:v>
                </c:pt>
                <c:pt idx="47" formatCode="General">
                  <c:v>0.47</c:v>
                </c:pt>
                <c:pt idx="48" formatCode="General">
                  <c:v>0.48</c:v>
                </c:pt>
                <c:pt idx="49" formatCode="General">
                  <c:v>0.49</c:v>
                </c:pt>
                <c:pt idx="50" formatCode="General">
                  <c:v>0.5</c:v>
                </c:pt>
                <c:pt idx="51" formatCode="General">
                  <c:v>0.51</c:v>
                </c:pt>
                <c:pt idx="52" formatCode="General">
                  <c:v>0.52</c:v>
                </c:pt>
                <c:pt idx="53" formatCode="General">
                  <c:v>0.53</c:v>
                </c:pt>
                <c:pt idx="54" formatCode="General">
                  <c:v>0.54</c:v>
                </c:pt>
                <c:pt idx="55" formatCode="General">
                  <c:v>0.55000000000000004</c:v>
                </c:pt>
                <c:pt idx="56" formatCode="General">
                  <c:v>0.56000000000000005</c:v>
                </c:pt>
                <c:pt idx="57" formatCode="General">
                  <c:v>0.56999999999999995</c:v>
                </c:pt>
                <c:pt idx="58" formatCode="General">
                  <c:v>0.57999999999999996</c:v>
                </c:pt>
                <c:pt idx="59" formatCode="General">
                  <c:v>0.59</c:v>
                </c:pt>
                <c:pt idx="60" formatCode="General">
                  <c:v>0.6</c:v>
                </c:pt>
                <c:pt idx="61" formatCode="General">
                  <c:v>0.61</c:v>
                </c:pt>
                <c:pt idx="62" formatCode="General">
                  <c:v>0.62</c:v>
                </c:pt>
                <c:pt idx="63" formatCode="General">
                  <c:v>0.63</c:v>
                </c:pt>
                <c:pt idx="64" formatCode="General">
                  <c:v>0.64</c:v>
                </c:pt>
                <c:pt idx="65" formatCode="General">
                  <c:v>0.65</c:v>
                </c:pt>
                <c:pt idx="66" formatCode="General">
                  <c:v>0.66</c:v>
                </c:pt>
                <c:pt idx="67" formatCode="General">
                  <c:v>0.67</c:v>
                </c:pt>
                <c:pt idx="68" formatCode="General">
                  <c:v>0.68</c:v>
                </c:pt>
                <c:pt idx="69" formatCode="General">
                  <c:v>0.69</c:v>
                </c:pt>
                <c:pt idx="70" formatCode="General">
                  <c:v>0.7</c:v>
                </c:pt>
                <c:pt idx="71" formatCode="General">
                  <c:v>0.71</c:v>
                </c:pt>
                <c:pt idx="72" formatCode="General">
                  <c:v>0.72</c:v>
                </c:pt>
                <c:pt idx="73" formatCode="General">
                  <c:v>0.73</c:v>
                </c:pt>
                <c:pt idx="74" formatCode="General">
                  <c:v>0.74</c:v>
                </c:pt>
                <c:pt idx="75" formatCode="General">
                  <c:v>0.75</c:v>
                </c:pt>
                <c:pt idx="76" formatCode="General">
                  <c:v>0.76</c:v>
                </c:pt>
                <c:pt idx="77" formatCode="General">
                  <c:v>0.77</c:v>
                </c:pt>
                <c:pt idx="78" formatCode="General">
                  <c:v>0.78</c:v>
                </c:pt>
                <c:pt idx="79" formatCode="General">
                  <c:v>0.79</c:v>
                </c:pt>
                <c:pt idx="80" formatCode="General">
                  <c:v>0.8</c:v>
                </c:pt>
                <c:pt idx="81" formatCode="General">
                  <c:v>0.81</c:v>
                </c:pt>
                <c:pt idx="82" formatCode="General">
                  <c:v>0.82</c:v>
                </c:pt>
                <c:pt idx="83" formatCode="General">
                  <c:v>0.83</c:v>
                </c:pt>
                <c:pt idx="84" formatCode="General">
                  <c:v>0.84</c:v>
                </c:pt>
                <c:pt idx="85" formatCode="General">
                  <c:v>0.85</c:v>
                </c:pt>
                <c:pt idx="86" formatCode="General">
                  <c:v>0.86</c:v>
                </c:pt>
                <c:pt idx="87" formatCode="General">
                  <c:v>0.87</c:v>
                </c:pt>
                <c:pt idx="88" formatCode="General">
                  <c:v>0.88</c:v>
                </c:pt>
                <c:pt idx="89" formatCode="General">
                  <c:v>0.89</c:v>
                </c:pt>
                <c:pt idx="90" formatCode="General">
                  <c:v>0.9</c:v>
                </c:pt>
                <c:pt idx="91" formatCode="General">
                  <c:v>0.91</c:v>
                </c:pt>
                <c:pt idx="92" formatCode="General">
                  <c:v>0.92</c:v>
                </c:pt>
                <c:pt idx="93" formatCode="General">
                  <c:v>0.93</c:v>
                </c:pt>
                <c:pt idx="94" formatCode="General">
                  <c:v>0.94</c:v>
                </c:pt>
                <c:pt idx="95" formatCode="General">
                  <c:v>0.95</c:v>
                </c:pt>
                <c:pt idx="96" formatCode="General">
                  <c:v>0.96</c:v>
                </c:pt>
                <c:pt idx="97" formatCode="General">
                  <c:v>0.97</c:v>
                </c:pt>
                <c:pt idx="98" formatCode="General">
                  <c:v>0.98</c:v>
                </c:pt>
                <c:pt idx="99" formatCode="General">
                  <c:v>0.99</c:v>
                </c:pt>
                <c:pt idx="100" formatCode="General">
                  <c:v>1</c:v>
                </c:pt>
                <c:pt idx="101" formatCode="General">
                  <c:v>1.01</c:v>
                </c:pt>
                <c:pt idx="102" formatCode="General">
                  <c:v>1.02</c:v>
                </c:pt>
                <c:pt idx="103" formatCode="General">
                  <c:v>1.03</c:v>
                </c:pt>
                <c:pt idx="104" formatCode="General">
                  <c:v>1.04</c:v>
                </c:pt>
                <c:pt idx="105" formatCode="General">
                  <c:v>1.05</c:v>
                </c:pt>
                <c:pt idx="106" formatCode="General">
                  <c:v>1.06</c:v>
                </c:pt>
                <c:pt idx="107" formatCode="General">
                  <c:v>1.07</c:v>
                </c:pt>
                <c:pt idx="108" formatCode="General">
                  <c:v>1.08</c:v>
                </c:pt>
                <c:pt idx="109" formatCode="General">
                  <c:v>1.0900000000000001</c:v>
                </c:pt>
                <c:pt idx="110" formatCode="General">
                  <c:v>1.1000000000000001</c:v>
                </c:pt>
                <c:pt idx="111" formatCode="General">
                  <c:v>1.1100000000000001</c:v>
                </c:pt>
                <c:pt idx="112" formatCode="General">
                  <c:v>1.1200000000000001</c:v>
                </c:pt>
                <c:pt idx="113" formatCode="General">
                  <c:v>1.1299999999999999</c:v>
                </c:pt>
                <c:pt idx="114" formatCode="General">
                  <c:v>1.1399999999999999</c:v>
                </c:pt>
                <c:pt idx="115" formatCode="General">
                  <c:v>1.1499999999999999</c:v>
                </c:pt>
                <c:pt idx="116" formatCode="General">
                  <c:v>1.1599999999999999</c:v>
                </c:pt>
                <c:pt idx="117" formatCode="General">
                  <c:v>1.17</c:v>
                </c:pt>
                <c:pt idx="118" formatCode="General">
                  <c:v>1.18</c:v>
                </c:pt>
                <c:pt idx="119" formatCode="General">
                  <c:v>1.19</c:v>
                </c:pt>
                <c:pt idx="120" formatCode="General">
                  <c:v>1.2</c:v>
                </c:pt>
                <c:pt idx="121" formatCode="General">
                  <c:v>1.21</c:v>
                </c:pt>
                <c:pt idx="122" formatCode="General">
                  <c:v>1.22</c:v>
                </c:pt>
                <c:pt idx="123" formatCode="General">
                  <c:v>1.23</c:v>
                </c:pt>
                <c:pt idx="124" formatCode="General">
                  <c:v>1.24</c:v>
                </c:pt>
                <c:pt idx="125" formatCode="General">
                  <c:v>1.25</c:v>
                </c:pt>
                <c:pt idx="126" formatCode="General">
                  <c:v>1.26</c:v>
                </c:pt>
                <c:pt idx="127" formatCode="General">
                  <c:v>1.27</c:v>
                </c:pt>
                <c:pt idx="128" formatCode="General">
                  <c:v>1.28</c:v>
                </c:pt>
                <c:pt idx="129" formatCode="General">
                  <c:v>1.29</c:v>
                </c:pt>
                <c:pt idx="130" formatCode="General">
                  <c:v>1.3</c:v>
                </c:pt>
                <c:pt idx="131" formatCode="General">
                  <c:v>1.31</c:v>
                </c:pt>
                <c:pt idx="132" formatCode="General">
                  <c:v>1.32</c:v>
                </c:pt>
                <c:pt idx="133" formatCode="General">
                  <c:v>1.33</c:v>
                </c:pt>
                <c:pt idx="134" formatCode="General">
                  <c:v>1.34</c:v>
                </c:pt>
                <c:pt idx="135" formatCode="General">
                  <c:v>1.35</c:v>
                </c:pt>
                <c:pt idx="136" formatCode="General">
                  <c:v>1.36</c:v>
                </c:pt>
                <c:pt idx="137" formatCode="General">
                  <c:v>1.37</c:v>
                </c:pt>
                <c:pt idx="138" formatCode="General">
                  <c:v>1.38</c:v>
                </c:pt>
                <c:pt idx="139" formatCode="General">
                  <c:v>1.39</c:v>
                </c:pt>
                <c:pt idx="140" formatCode="General">
                  <c:v>1.4</c:v>
                </c:pt>
                <c:pt idx="141" formatCode="General">
                  <c:v>1.41</c:v>
                </c:pt>
                <c:pt idx="142" formatCode="General">
                  <c:v>1.42</c:v>
                </c:pt>
                <c:pt idx="143" formatCode="General">
                  <c:v>1.43</c:v>
                </c:pt>
                <c:pt idx="144" formatCode="General">
                  <c:v>1.44</c:v>
                </c:pt>
                <c:pt idx="145" formatCode="General">
                  <c:v>1.45</c:v>
                </c:pt>
                <c:pt idx="146" formatCode="General">
                  <c:v>1.46</c:v>
                </c:pt>
                <c:pt idx="147" formatCode="General">
                  <c:v>1.47</c:v>
                </c:pt>
                <c:pt idx="148" formatCode="General">
                  <c:v>1.48</c:v>
                </c:pt>
                <c:pt idx="149" formatCode="General">
                  <c:v>1.49</c:v>
                </c:pt>
                <c:pt idx="150" formatCode="General">
                  <c:v>1.5</c:v>
                </c:pt>
                <c:pt idx="151" formatCode="General">
                  <c:v>1.51</c:v>
                </c:pt>
                <c:pt idx="152" formatCode="General">
                  <c:v>1.52</c:v>
                </c:pt>
                <c:pt idx="153" formatCode="General">
                  <c:v>1.53</c:v>
                </c:pt>
                <c:pt idx="154" formatCode="General">
                  <c:v>1.54</c:v>
                </c:pt>
                <c:pt idx="155" formatCode="General">
                  <c:v>1.55</c:v>
                </c:pt>
                <c:pt idx="156" formatCode="General">
                  <c:v>1.56</c:v>
                </c:pt>
                <c:pt idx="157" formatCode="General">
                  <c:v>1.57</c:v>
                </c:pt>
                <c:pt idx="158" formatCode="General">
                  <c:v>1.58</c:v>
                </c:pt>
                <c:pt idx="159" formatCode="General">
                  <c:v>1.59</c:v>
                </c:pt>
                <c:pt idx="160" formatCode="General">
                  <c:v>1.6</c:v>
                </c:pt>
                <c:pt idx="161" formatCode="General">
                  <c:v>1.61</c:v>
                </c:pt>
                <c:pt idx="162" formatCode="General">
                  <c:v>1.62</c:v>
                </c:pt>
                <c:pt idx="163" formatCode="General">
                  <c:v>1.63</c:v>
                </c:pt>
                <c:pt idx="164" formatCode="General">
                  <c:v>1.64</c:v>
                </c:pt>
                <c:pt idx="165" formatCode="General">
                  <c:v>1.65</c:v>
                </c:pt>
                <c:pt idx="166" formatCode="General">
                  <c:v>1.66</c:v>
                </c:pt>
                <c:pt idx="167" formatCode="General">
                  <c:v>1.67</c:v>
                </c:pt>
                <c:pt idx="168" formatCode="General">
                  <c:v>1.68</c:v>
                </c:pt>
                <c:pt idx="169" formatCode="General">
                  <c:v>1.69</c:v>
                </c:pt>
                <c:pt idx="170" formatCode="General">
                  <c:v>1.7</c:v>
                </c:pt>
                <c:pt idx="171" formatCode="General">
                  <c:v>1.71</c:v>
                </c:pt>
                <c:pt idx="172" formatCode="General">
                  <c:v>1.72</c:v>
                </c:pt>
                <c:pt idx="173" formatCode="General">
                  <c:v>1.73</c:v>
                </c:pt>
                <c:pt idx="174" formatCode="General">
                  <c:v>1.74</c:v>
                </c:pt>
                <c:pt idx="175" formatCode="General">
                  <c:v>1.75</c:v>
                </c:pt>
                <c:pt idx="176" formatCode="General">
                  <c:v>1.76</c:v>
                </c:pt>
                <c:pt idx="177" formatCode="General">
                  <c:v>1.77</c:v>
                </c:pt>
                <c:pt idx="178" formatCode="General">
                  <c:v>1.78</c:v>
                </c:pt>
                <c:pt idx="179" formatCode="General">
                  <c:v>1.79</c:v>
                </c:pt>
                <c:pt idx="180" formatCode="General">
                  <c:v>1.8</c:v>
                </c:pt>
                <c:pt idx="181" formatCode="General">
                  <c:v>1.81</c:v>
                </c:pt>
                <c:pt idx="182" formatCode="General">
                  <c:v>1.82</c:v>
                </c:pt>
                <c:pt idx="183" formatCode="General">
                  <c:v>1.83</c:v>
                </c:pt>
                <c:pt idx="184" formatCode="General">
                  <c:v>1.84</c:v>
                </c:pt>
                <c:pt idx="185" formatCode="General">
                  <c:v>1.85</c:v>
                </c:pt>
                <c:pt idx="186" formatCode="General">
                  <c:v>1.86</c:v>
                </c:pt>
                <c:pt idx="187" formatCode="General">
                  <c:v>1.87</c:v>
                </c:pt>
                <c:pt idx="188" formatCode="General">
                  <c:v>1.88</c:v>
                </c:pt>
                <c:pt idx="189" formatCode="General">
                  <c:v>1.89</c:v>
                </c:pt>
                <c:pt idx="190" formatCode="General">
                  <c:v>1.9</c:v>
                </c:pt>
                <c:pt idx="191" formatCode="General">
                  <c:v>1.91</c:v>
                </c:pt>
                <c:pt idx="192" formatCode="General">
                  <c:v>1.92</c:v>
                </c:pt>
                <c:pt idx="193" formatCode="General">
                  <c:v>1.93</c:v>
                </c:pt>
                <c:pt idx="194" formatCode="General">
                  <c:v>1.94</c:v>
                </c:pt>
                <c:pt idx="195" formatCode="General">
                  <c:v>1.95</c:v>
                </c:pt>
                <c:pt idx="196" formatCode="General">
                  <c:v>1.96</c:v>
                </c:pt>
                <c:pt idx="197" formatCode="General">
                  <c:v>1.97</c:v>
                </c:pt>
                <c:pt idx="198" formatCode="General">
                  <c:v>1.98</c:v>
                </c:pt>
                <c:pt idx="199" formatCode="General">
                  <c:v>1.99</c:v>
                </c:pt>
                <c:pt idx="200" formatCode="General">
                  <c:v>2</c:v>
                </c:pt>
                <c:pt idx="201" formatCode="General">
                  <c:v>2.0099999999999998</c:v>
                </c:pt>
                <c:pt idx="202" formatCode="General">
                  <c:v>2.02</c:v>
                </c:pt>
                <c:pt idx="203" formatCode="General">
                  <c:v>2.0299999999999998</c:v>
                </c:pt>
                <c:pt idx="204" formatCode="General">
                  <c:v>2.04</c:v>
                </c:pt>
                <c:pt idx="205" formatCode="General">
                  <c:v>2.0499999999999998</c:v>
                </c:pt>
                <c:pt idx="206" formatCode="General">
                  <c:v>2.06</c:v>
                </c:pt>
                <c:pt idx="207" formatCode="General">
                  <c:v>2.0699999999999901</c:v>
                </c:pt>
                <c:pt idx="208" formatCode="General">
                  <c:v>2.0799999999999899</c:v>
                </c:pt>
                <c:pt idx="209" formatCode="General">
                  <c:v>2.0899999999999901</c:v>
                </c:pt>
                <c:pt idx="210" formatCode="General">
                  <c:v>2.0999999999999899</c:v>
                </c:pt>
                <c:pt idx="211" formatCode="General">
                  <c:v>2.1099999999999901</c:v>
                </c:pt>
                <c:pt idx="212" formatCode="General">
                  <c:v>2.1199999999999899</c:v>
                </c:pt>
                <c:pt idx="213" formatCode="General">
                  <c:v>2.1299999999999901</c:v>
                </c:pt>
                <c:pt idx="214" formatCode="General">
                  <c:v>2.1399999999999899</c:v>
                </c:pt>
                <c:pt idx="215" formatCode="General">
                  <c:v>2.1499999999999901</c:v>
                </c:pt>
                <c:pt idx="216" formatCode="General">
                  <c:v>2.1599999999999899</c:v>
                </c:pt>
                <c:pt idx="217" formatCode="General">
                  <c:v>2.1699999999999902</c:v>
                </c:pt>
                <c:pt idx="218" formatCode="General">
                  <c:v>2.1799999999999899</c:v>
                </c:pt>
                <c:pt idx="219" formatCode="General">
                  <c:v>2.1899999999999902</c:v>
                </c:pt>
                <c:pt idx="220" formatCode="General">
                  <c:v>2.19999999999999</c:v>
                </c:pt>
                <c:pt idx="221" formatCode="General">
                  <c:v>2.2099999999999902</c:v>
                </c:pt>
                <c:pt idx="222" formatCode="General">
                  <c:v>2.21999999999999</c:v>
                </c:pt>
                <c:pt idx="223" formatCode="General">
                  <c:v>2.2299999999999902</c:v>
                </c:pt>
                <c:pt idx="224" formatCode="General">
                  <c:v>2.23999999999999</c:v>
                </c:pt>
                <c:pt idx="225" formatCode="General">
                  <c:v>2.2499999999999898</c:v>
                </c:pt>
                <c:pt idx="226" formatCode="General">
                  <c:v>2.25999999999999</c:v>
                </c:pt>
                <c:pt idx="227" formatCode="General">
                  <c:v>2.2699999999999898</c:v>
                </c:pt>
                <c:pt idx="228" formatCode="General">
                  <c:v>2.27999999999999</c:v>
                </c:pt>
                <c:pt idx="229" formatCode="General">
                  <c:v>2.2899999999999898</c:v>
                </c:pt>
                <c:pt idx="230" formatCode="General">
                  <c:v>2.2999999999999901</c:v>
                </c:pt>
                <c:pt idx="231" formatCode="General">
                  <c:v>2.3099999999999898</c:v>
                </c:pt>
                <c:pt idx="232" formatCode="General">
                  <c:v>2.3199999999999901</c:v>
                </c:pt>
                <c:pt idx="233" formatCode="General">
                  <c:v>2.3299999999999899</c:v>
                </c:pt>
                <c:pt idx="234" formatCode="General">
                  <c:v>2.3399999999999901</c:v>
                </c:pt>
                <c:pt idx="235" formatCode="General">
                  <c:v>2.3499999999999899</c:v>
                </c:pt>
                <c:pt idx="236" formatCode="General">
                  <c:v>2.3599999999999901</c:v>
                </c:pt>
                <c:pt idx="237" formatCode="General">
                  <c:v>2.3699999999999899</c:v>
                </c:pt>
                <c:pt idx="238" formatCode="General">
                  <c:v>2.3799999999999901</c:v>
                </c:pt>
                <c:pt idx="239" formatCode="General">
                  <c:v>2.3899999999999899</c:v>
                </c:pt>
                <c:pt idx="240" formatCode="General">
                  <c:v>2.3999999999999901</c:v>
                </c:pt>
                <c:pt idx="241" formatCode="General">
                  <c:v>2.4099999999999899</c:v>
                </c:pt>
                <c:pt idx="242" formatCode="General">
                  <c:v>2.4199999999999902</c:v>
                </c:pt>
                <c:pt idx="243" formatCode="General">
                  <c:v>2.4299999999999899</c:v>
                </c:pt>
                <c:pt idx="244" formatCode="General">
                  <c:v>2.4399999999999902</c:v>
                </c:pt>
                <c:pt idx="245" formatCode="General">
                  <c:v>2.44999999999999</c:v>
                </c:pt>
                <c:pt idx="246" formatCode="General">
                  <c:v>2.4599999999999902</c:v>
                </c:pt>
                <c:pt idx="247" formatCode="General">
                  <c:v>2.46999999999999</c:v>
                </c:pt>
                <c:pt idx="248" formatCode="General">
                  <c:v>2.4799999999999902</c:v>
                </c:pt>
                <c:pt idx="249" formatCode="General">
                  <c:v>2.48999999999999</c:v>
                </c:pt>
                <c:pt idx="250" formatCode="General">
                  <c:v>2.4999999999999898</c:v>
                </c:pt>
                <c:pt idx="251" formatCode="General">
                  <c:v>2.50999999999999</c:v>
                </c:pt>
                <c:pt idx="252" formatCode="General">
                  <c:v>2.5199999999999898</c:v>
                </c:pt>
                <c:pt idx="253" formatCode="General">
                  <c:v>2.52999999999999</c:v>
                </c:pt>
                <c:pt idx="254" formatCode="General">
                  <c:v>2.5399999999999801</c:v>
                </c:pt>
                <c:pt idx="255" formatCode="General">
                  <c:v>2.5499999999999798</c:v>
                </c:pt>
                <c:pt idx="256" formatCode="General">
                  <c:v>2.5599999999999801</c:v>
                </c:pt>
                <c:pt idx="257" formatCode="General">
                  <c:v>2.5699999999999799</c:v>
                </c:pt>
                <c:pt idx="258" formatCode="General">
                  <c:v>2.5799999999999801</c:v>
                </c:pt>
                <c:pt idx="259" formatCode="General">
                  <c:v>2.5899999999999799</c:v>
                </c:pt>
                <c:pt idx="260" formatCode="General">
                  <c:v>2.5999999999999801</c:v>
                </c:pt>
                <c:pt idx="261" formatCode="General">
                  <c:v>2.6099999999999799</c:v>
                </c:pt>
                <c:pt idx="262" formatCode="General">
                  <c:v>2.6199999999999801</c:v>
                </c:pt>
                <c:pt idx="263" formatCode="General">
                  <c:v>2.6299999999999799</c:v>
                </c:pt>
                <c:pt idx="264" formatCode="General">
                  <c:v>2.6399999999999801</c:v>
                </c:pt>
                <c:pt idx="265" formatCode="General">
                  <c:v>2.6499999999999799</c:v>
                </c:pt>
                <c:pt idx="266" formatCode="General">
                  <c:v>2.6599999999999802</c:v>
                </c:pt>
                <c:pt idx="267" formatCode="General">
                  <c:v>2.6699999999999799</c:v>
                </c:pt>
                <c:pt idx="268" formatCode="General">
                  <c:v>2.6799999999999802</c:v>
                </c:pt>
                <c:pt idx="269" formatCode="General">
                  <c:v>2.68999999999998</c:v>
                </c:pt>
                <c:pt idx="270" formatCode="General">
                  <c:v>2.6999999999999802</c:v>
                </c:pt>
                <c:pt idx="271" formatCode="General">
                  <c:v>2.70999999999998</c:v>
                </c:pt>
                <c:pt idx="272" formatCode="General">
                  <c:v>2.7199999999999802</c:v>
                </c:pt>
                <c:pt idx="273" formatCode="General">
                  <c:v>2.72999999999998</c:v>
                </c:pt>
                <c:pt idx="274" formatCode="General">
                  <c:v>2.7399999999999798</c:v>
                </c:pt>
                <c:pt idx="275" formatCode="General">
                  <c:v>2.74999999999998</c:v>
                </c:pt>
                <c:pt idx="276" formatCode="General">
                  <c:v>2.7599999999999798</c:v>
                </c:pt>
                <c:pt idx="277" formatCode="General">
                  <c:v>2.76999999999998</c:v>
                </c:pt>
                <c:pt idx="278" formatCode="General">
                  <c:v>2.7799999999999798</c:v>
                </c:pt>
                <c:pt idx="279" formatCode="General">
                  <c:v>2.7899999999999801</c:v>
                </c:pt>
                <c:pt idx="280" formatCode="General">
                  <c:v>2.7999999999999798</c:v>
                </c:pt>
                <c:pt idx="281" formatCode="General">
                  <c:v>2.8099999999999801</c:v>
                </c:pt>
                <c:pt idx="282" formatCode="General">
                  <c:v>2.8199999999999799</c:v>
                </c:pt>
                <c:pt idx="283" formatCode="General">
                  <c:v>2.8299999999999801</c:v>
                </c:pt>
                <c:pt idx="284" formatCode="General">
                  <c:v>2.8399999999999799</c:v>
                </c:pt>
                <c:pt idx="285" formatCode="General">
                  <c:v>2.8499999999999801</c:v>
                </c:pt>
                <c:pt idx="286" formatCode="General">
                  <c:v>2.8599999999999799</c:v>
                </c:pt>
                <c:pt idx="287" formatCode="General">
                  <c:v>2.8699999999999801</c:v>
                </c:pt>
                <c:pt idx="288" formatCode="General">
                  <c:v>2.8799999999999799</c:v>
                </c:pt>
                <c:pt idx="289" formatCode="General">
                  <c:v>2.8899999999999801</c:v>
                </c:pt>
                <c:pt idx="290" formatCode="General">
                  <c:v>2.8999999999999799</c:v>
                </c:pt>
                <c:pt idx="291" formatCode="General">
                  <c:v>2.9099999999999802</c:v>
                </c:pt>
                <c:pt idx="292" formatCode="General">
                  <c:v>2.9199999999999799</c:v>
                </c:pt>
                <c:pt idx="293" formatCode="General">
                  <c:v>2.9299999999999802</c:v>
                </c:pt>
                <c:pt idx="294" formatCode="General">
                  <c:v>2.93999999999998</c:v>
                </c:pt>
                <c:pt idx="295" formatCode="General">
                  <c:v>2.9499999999999802</c:v>
                </c:pt>
                <c:pt idx="296" formatCode="General">
                  <c:v>2.95999999999998</c:v>
                </c:pt>
                <c:pt idx="297" formatCode="General">
                  <c:v>2.9699999999999802</c:v>
                </c:pt>
                <c:pt idx="298" formatCode="General">
                  <c:v>2.97999999999998</c:v>
                </c:pt>
                <c:pt idx="299" formatCode="General">
                  <c:v>2.9899999999999798</c:v>
                </c:pt>
                <c:pt idx="300" formatCode="General">
                  <c:v>2.99999999999998</c:v>
                </c:pt>
                <c:pt idx="301" formatCode="General">
                  <c:v>3.00999999999997</c:v>
                </c:pt>
                <c:pt idx="302" formatCode="General">
                  <c:v>3.0199999999999698</c:v>
                </c:pt>
                <c:pt idx="303" formatCode="General">
                  <c:v>3.0299999999999701</c:v>
                </c:pt>
                <c:pt idx="304" formatCode="General">
                  <c:v>3.0399999999999698</c:v>
                </c:pt>
                <c:pt idx="305" formatCode="General">
                  <c:v>3.0499999999999701</c:v>
                </c:pt>
                <c:pt idx="306" formatCode="General">
                  <c:v>3.0599999999999699</c:v>
                </c:pt>
                <c:pt idx="307" formatCode="General">
                  <c:v>3.0699999999999701</c:v>
                </c:pt>
                <c:pt idx="308" formatCode="General">
                  <c:v>3.0799999999999699</c:v>
                </c:pt>
                <c:pt idx="309" formatCode="General">
                  <c:v>3.0899999999999701</c:v>
                </c:pt>
                <c:pt idx="310" formatCode="General">
                  <c:v>3.0999999999999699</c:v>
                </c:pt>
                <c:pt idx="311" formatCode="General">
                  <c:v>3.1099999999999701</c:v>
                </c:pt>
                <c:pt idx="312" formatCode="General">
                  <c:v>3.1199999999999699</c:v>
                </c:pt>
                <c:pt idx="313" formatCode="General">
                  <c:v>3.1299999999999701</c:v>
                </c:pt>
                <c:pt idx="314" formatCode="General">
                  <c:v>3.1399999999999699</c:v>
                </c:pt>
                <c:pt idx="315" formatCode="General">
                  <c:v>3.1499999999999702</c:v>
                </c:pt>
                <c:pt idx="316" formatCode="General">
                  <c:v>3.1599999999999699</c:v>
                </c:pt>
                <c:pt idx="317" formatCode="General">
                  <c:v>3.1699999999999702</c:v>
                </c:pt>
                <c:pt idx="318" formatCode="General">
                  <c:v>3.17999999999997</c:v>
                </c:pt>
                <c:pt idx="319" formatCode="General">
                  <c:v>3.1899999999999702</c:v>
                </c:pt>
                <c:pt idx="320" formatCode="General">
                  <c:v>3.19999999999997</c:v>
                </c:pt>
                <c:pt idx="321" formatCode="General">
                  <c:v>3.2099999999999702</c:v>
                </c:pt>
                <c:pt idx="322" formatCode="General">
                  <c:v>3.21999999999997</c:v>
                </c:pt>
                <c:pt idx="323" formatCode="General">
                  <c:v>3.2299999999999698</c:v>
                </c:pt>
                <c:pt idx="324" formatCode="General">
                  <c:v>3.23999999999997</c:v>
                </c:pt>
                <c:pt idx="325" formatCode="General">
                  <c:v>3.2499999999999698</c:v>
                </c:pt>
                <c:pt idx="326" formatCode="General">
                  <c:v>3.25999999999997</c:v>
                </c:pt>
                <c:pt idx="327" formatCode="General">
                  <c:v>3.2699999999999698</c:v>
                </c:pt>
                <c:pt idx="328" formatCode="General">
                  <c:v>3.2799999999999701</c:v>
                </c:pt>
                <c:pt idx="329" formatCode="General">
                  <c:v>3.2899999999999698</c:v>
                </c:pt>
                <c:pt idx="330" formatCode="General">
                  <c:v>3.2999999999999701</c:v>
                </c:pt>
                <c:pt idx="331" formatCode="General">
                  <c:v>3.3099999999999699</c:v>
                </c:pt>
                <c:pt idx="332" formatCode="General">
                  <c:v>3.3199999999999701</c:v>
                </c:pt>
                <c:pt idx="333" formatCode="General">
                  <c:v>3.3299999999999699</c:v>
                </c:pt>
                <c:pt idx="334" formatCode="General">
                  <c:v>3.3399999999999701</c:v>
                </c:pt>
                <c:pt idx="335" formatCode="General">
                  <c:v>3.3499999999999699</c:v>
                </c:pt>
                <c:pt idx="336" formatCode="General">
                  <c:v>3.3599999999999701</c:v>
                </c:pt>
                <c:pt idx="337" formatCode="General">
                  <c:v>3.3699999999999699</c:v>
                </c:pt>
                <c:pt idx="338" formatCode="General">
                  <c:v>3.3799999999999701</c:v>
                </c:pt>
                <c:pt idx="339" formatCode="General">
                  <c:v>3.3899999999999699</c:v>
                </c:pt>
                <c:pt idx="340" formatCode="General">
                  <c:v>3.3999999999999702</c:v>
                </c:pt>
                <c:pt idx="341" formatCode="General">
                  <c:v>3.4099999999999699</c:v>
                </c:pt>
                <c:pt idx="342" formatCode="General">
                  <c:v>3.4199999999999702</c:v>
                </c:pt>
                <c:pt idx="343" formatCode="General">
                  <c:v>3.42999999999997</c:v>
                </c:pt>
                <c:pt idx="344" formatCode="General">
                  <c:v>3.4399999999999702</c:v>
                </c:pt>
                <c:pt idx="345" formatCode="General">
                  <c:v>3.44999999999997</c:v>
                </c:pt>
                <c:pt idx="346" formatCode="General">
                  <c:v>3.4599999999999702</c:v>
                </c:pt>
                <c:pt idx="347" formatCode="General">
                  <c:v>3.46999999999997</c:v>
                </c:pt>
                <c:pt idx="348" formatCode="General">
                  <c:v>3.47999999999996</c:v>
                </c:pt>
                <c:pt idx="349" formatCode="General">
                  <c:v>3.4899999999999598</c:v>
                </c:pt>
                <c:pt idx="350" formatCode="General">
                  <c:v>3.49999999999996</c:v>
                </c:pt>
                <c:pt idx="351" formatCode="General">
                  <c:v>3.5099999999999598</c:v>
                </c:pt>
                <c:pt idx="352" formatCode="General">
                  <c:v>3.51999999999996</c:v>
                </c:pt>
                <c:pt idx="353" formatCode="General">
                  <c:v>3.5299999999999598</c:v>
                </c:pt>
                <c:pt idx="354" formatCode="General">
                  <c:v>3.5399999999999601</c:v>
                </c:pt>
                <c:pt idx="355" formatCode="General">
                  <c:v>3.5499999999999599</c:v>
                </c:pt>
                <c:pt idx="356" formatCode="General">
                  <c:v>3.5599999999999601</c:v>
                </c:pt>
                <c:pt idx="357" formatCode="General">
                  <c:v>3.5699999999999599</c:v>
                </c:pt>
                <c:pt idx="358" formatCode="General">
                  <c:v>3.5799999999999601</c:v>
                </c:pt>
                <c:pt idx="359" formatCode="General">
                  <c:v>3.5899999999999599</c:v>
                </c:pt>
                <c:pt idx="360" formatCode="General">
                  <c:v>3.5999999999999601</c:v>
                </c:pt>
                <c:pt idx="361" formatCode="General">
                  <c:v>3.6099999999999599</c:v>
                </c:pt>
                <c:pt idx="362" formatCode="General">
                  <c:v>3.6199999999999601</c:v>
                </c:pt>
                <c:pt idx="363" formatCode="General">
                  <c:v>3.6299999999999599</c:v>
                </c:pt>
                <c:pt idx="364" formatCode="General">
                  <c:v>3.6399999999999602</c:v>
                </c:pt>
                <c:pt idx="365" formatCode="General">
                  <c:v>3.6499999999999599</c:v>
                </c:pt>
                <c:pt idx="366" formatCode="General">
                  <c:v>3.6599999999999602</c:v>
                </c:pt>
                <c:pt idx="367" formatCode="General">
                  <c:v>3.66999999999996</c:v>
                </c:pt>
                <c:pt idx="368" formatCode="General">
                  <c:v>3.6799999999999602</c:v>
                </c:pt>
                <c:pt idx="369" formatCode="General">
                  <c:v>3.68999999999996</c:v>
                </c:pt>
                <c:pt idx="370" formatCode="General">
                  <c:v>3.6999999999999602</c:v>
                </c:pt>
                <c:pt idx="371" formatCode="General">
                  <c:v>3.70999999999996</c:v>
                </c:pt>
                <c:pt idx="372" formatCode="General">
                  <c:v>3.7199999999999598</c:v>
                </c:pt>
                <c:pt idx="373" formatCode="General">
                  <c:v>3.72999999999996</c:v>
                </c:pt>
                <c:pt idx="374" formatCode="General">
                  <c:v>3.7399999999999598</c:v>
                </c:pt>
                <c:pt idx="375" formatCode="General">
                  <c:v>3.74999999999996</c:v>
                </c:pt>
                <c:pt idx="376" formatCode="General">
                  <c:v>3.7599999999999598</c:v>
                </c:pt>
                <c:pt idx="377" formatCode="General">
                  <c:v>3.76999999999996</c:v>
                </c:pt>
                <c:pt idx="378" formatCode="General">
                  <c:v>3.7799999999999598</c:v>
                </c:pt>
                <c:pt idx="379" formatCode="General">
                  <c:v>3.7899999999999601</c:v>
                </c:pt>
                <c:pt idx="380" formatCode="General">
                  <c:v>3.7999999999999599</c:v>
                </c:pt>
                <c:pt idx="381" formatCode="General">
                  <c:v>3.8099999999999601</c:v>
                </c:pt>
                <c:pt idx="382" formatCode="General">
                  <c:v>3.8199999999999599</c:v>
                </c:pt>
                <c:pt idx="383" formatCode="General">
                  <c:v>3.8299999999999601</c:v>
                </c:pt>
                <c:pt idx="384" formatCode="General">
                  <c:v>3.8399999999999599</c:v>
                </c:pt>
                <c:pt idx="385" formatCode="General">
                  <c:v>3.8499999999999601</c:v>
                </c:pt>
                <c:pt idx="386" formatCode="General">
                  <c:v>3.8599999999999599</c:v>
                </c:pt>
                <c:pt idx="387" formatCode="General">
                  <c:v>3.8699999999999601</c:v>
                </c:pt>
                <c:pt idx="388" formatCode="General">
                  <c:v>3.8799999999999599</c:v>
                </c:pt>
                <c:pt idx="389" formatCode="General">
                  <c:v>3.8899999999999602</c:v>
                </c:pt>
                <c:pt idx="390" formatCode="General">
                  <c:v>3.8999999999999599</c:v>
                </c:pt>
                <c:pt idx="391" formatCode="General">
                  <c:v>3.9099999999999602</c:v>
                </c:pt>
                <c:pt idx="392" formatCode="General">
                  <c:v>3.91999999999996</c:v>
                </c:pt>
                <c:pt idx="393" formatCode="General">
                  <c:v>3.9299999999999602</c:v>
                </c:pt>
                <c:pt idx="394" formatCode="General">
                  <c:v>3.93999999999996</c:v>
                </c:pt>
                <c:pt idx="395" formatCode="General">
                  <c:v>3.94999999999995</c:v>
                </c:pt>
                <c:pt idx="396" formatCode="General">
                  <c:v>3.9599999999999498</c:v>
                </c:pt>
                <c:pt idx="397" formatCode="General">
                  <c:v>3.96999999999995</c:v>
                </c:pt>
                <c:pt idx="398" formatCode="General">
                  <c:v>3.9799999999999498</c:v>
                </c:pt>
                <c:pt idx="399" formatCode="General">
                  <c:v>3.98999999999995</c:v>
                </c:pt>
                <c:pt idx="400" formatCode="General">
                  <c:v>3.9999999999999498</c:v>
                </c:pt>
                <c:pt idx="401" formatCode="General">
                  <c:v>4.00999999999995</c:v>
                </c:pt>
                <c:pt idx="402" formatCode="General">
                  <c:v>4.0199999999999498</c:v>
                </c:pt>
                <c:pt idx="403" formatCode="General">
                  <c:v>4.0299999999999496</c:v>
                </c:pt>
                <c:pt idx="404" formatCode="General">
                  <c:v>4.0399999999999503</c:v>
                </c:pt>
                <c:pt idx="405" formatCode="General">
                  <c:v>4.0499999999999501</c:v>
                </c:pt>
                <c:pt idx="406" formatCode="General">
                  <c:v>4.0599999999999499</c:v>
                </c:pt>
                <c:pt idx="407" formatCode="General">
                  <c:v>4.0699999999999497</c:v>
                </c:pt>
                <c:pt idx="408" formatCode="General">
                  <c:v>4.0799999999999503</c:v>
                </c:pt>
                <c:pt idx="409" formatCode="General">
                  <c:v>4.0899999999999501</c:v>
                </c:pt>
                <c:pt idx="410" formatCode="General">
                  <c:v>4.0999999999999499</c:v>
                </c:pt>
                <c:pt idx="411" formatCode="General">
                  <c:v>4.1099999999999497</c:v>
                </c:pt>
                <c:pt idx="412" formatCode="General">
                  <c:v>4.1199999999999504</c:v>
                </c:pt>
                <c:pt idx="413" formatCode="General">
                  <c:v>4.1299999999999502</c:v>
                </c:pt>
                <c:pt idx="414" formatCode="General">
                  <c:v>4.1399999999999499</c:v>
                </c:pt>
                <c:pt idx="415" formatCode="General">
                  <c:v>4.1499999999999497</c:v>
                </c:pt>
                <c:pt idx="416" formatCode="General">
                  <c:v>4.1599999999999504</c:v>
                </c:pt>
                <c:pt idx="417" formatCode="General">
                  <c:v>4.1699999999999502</c:v>
                </c:pt>
                <c:pt idx="418" formatCode="General">
                  <c:v>4.17999999999995</c:v>
                </c:pt>
                <c:pt idx="419" formatCode="General">
                  <c:v>4.1899999999999498</c:v>
                </c:pt>
                <c:pt idx="420" formatCode="General">
                  <c:v>4.1999999999999504</c:v>
                </c:pt>
                <c:pt idx="421" formatCode="General">
                  <c:v>4.2099999999999502</c:v>
                </c:pt>
                <c:pt idx="422" formatCode="General">
                  <c:v>4.21999999999995</c:v>
                </c:pt>
                <c:pt idx="423" formatCode="General">
                  <c:v>4.2299999999999498</c:v>
                </c:pt>
                <c:pt idx="424" formatCode="General">
                  <c:v>4.2399999999999496</c:v>
                </c:pt>
                <c:pt idx="425" formatCode="General">
                  <c:v>4.2499999999999503</c:v>
                </c:pt>
                <c:pt idx="426" formatCode="General">
                  <c:v>4.25999999999995</c:v>
                </c:pt>
                <c:pt idx="427" formatCode="General">
                  <c:v>4.2699999999999498</c:v>
                </c:pt>
                <c:pt idx="428" formatCode="General">
                  <c:v>4.2799999999999496</c:v>
                </c:pt>
                <c:pt idx="429" formatCode="General">
                  <c:v>4.2899999999999503</c:v>
                </c:pt>
                <c:pt idx="430" formatCode="General">
                  <c:v>4.2999999999999501</c:v>
                </c:pt>
                <c:pt idx="431" formatCode="General">
                  <c:v>4.3099999999999499</c:v>
                </c:pt>
                <c:pt idx="432" formatCode="General">
                  <c:v>4.3199999999999497</c:v>
                </c:pt>
                <c:pt idx="433" formatCode="General">
                  <c:v>4.3299999999999503</c:v>
                </c:pt>
                <c:pt idx="434" formatCode="General">
                  <c:v>4.3399999999999501</c:v>
                </c:pt>
                <c:pt idx="435" formatCode="General">
                  <c:v>4.3499999999999499</c:v>
                </c:pt>
                <c:pt idx="436" formatCode="General">
                  <c:v>4.3599999999999497</c:v>
                </c:pt>
                <c:pt idx="437" formatCode="General">
                  <c:v>4.3699999999999504</c:v>
                </c:pt>
                <c:pt idx="438" formatCode="General">
                  <c:v>4.3799999999999502</c:v>
                </c:pt>
                <c:pt idx="439" formatCode="General">
                  <c:v>4.3899999999999499</c:v>
                </c:pt>
                <c:pt idx="440" formatCode="General">
                  <c:v>4.3999999999999497</c:v>
                </c:pt>
                <c:pt idx="441" formatCode="General">
                  <c:v>4.4099999999999504</c:v>
                </c:pt>
                <c:pt idx="442" formatCode="General">
                  <c:v>4.4199999999999502</c:v>
                </c:pt>
                <c:pt idx="443" formatCode="General">
                  <c:v>4.42999999999995</c:v>
                </c:pt>
                <c:pt idx="444" formatCode="General">
                  <c:v>4.43999999999994</c:v>
                </c:pt>
                <c:pt idx="445" formatCode="General">
                  <c:v>4.4499999999999398</c:v>
                </c:pt>
                <c:pt idx="446" formatCode="General">
                  <c:v>4.4599999999999396</c:v>
                </c:pt>
                <c:pt idx="447" formatCode="General">
                  <c:v>4.4699999999999402</c:v>
                </c:pt>
                <c:pt idx="448" formatCode="General">
                  <c:v>4.47999999999994</c:v>
                </c:pt>
                <c:pt idx="449" formatCode="General">
                  <c:v>4.4899999999999398</c:v>
                </c:pt>
                <c:pt idx="450" formatCode="General">
                  <c:v>4.4999999999999396</c:v>
                </c:pt>
                <c:pt idx="451" formatCode="General">
                  <c:v>4.5099999999999403</c:v>
                </c:pt>
                <c:pt idx="452" formatCode="General">
                  <c:v>4.5199999999999401</c:v>
                </c:pt>
                <c:pt idx="453" formatCode="General">
                  <c:v>4.5299999999999399</c:v>
                </c:pt>
                <c:pt idx="454" formatCode="General">
                  <c:v>4.5399999999999396</c:v>
                </c:pt>
                <c:pt idx="455" formatCode="General">
                  <c:v>4.5499999999999403</c:v>
                </c:pt>
                <c:pt idx="456" formatCode="General">
                  <c:v>4.5599999999999401</c:v>
                </c:pt>
                <c:pt idx="457" formatCode="General">
                  <c:v>4.5699999999999399</c:v>
                </c:pt>
                <c:pt idx="458" formatCode="General">
                  <c:v>4.5799999999999397</c:v>
                </c:pt>
                <c:pt idx="459" formatCode="General">
                  <c:v>4.5899999999999403</c:v>
                </c:pt>
                <c:pt idx="460" formatCode="General">
                  <c:v>4.5999999999999401</c:v>
                </c:pt>
                <c:pt idx="461" formatCode="General">
                  <c:v>4.6099999999999399</c:v>
                </c:pt>
                <c:pt idx="462" formatCode="General">
                  <c:v>4.6199999999999397</c:v>
                </c:pt>
                <c:pt idx="463" formatCode="General">
                  <c:v>4.6299999999999404</c:v>
                </c:pt>
                <c:pt idx="464" formatCode="General">
                  <c:v>4.6399999999999402</c:v>
                </c:pt>
                <c:pt idx="465" formatCode="General">
                  <c:v>4.64999999999994</c:v>
                </c:pt>
                <c:pt idx="466" formatCode="General">
                  <c:v>4.6599999999999397</c:v>
                </c:pt>
                <c:pt idx="467" formatCode="General">
                  <c:v>4.6699999999999404</c:v>
                </c:pt>
                <c:pt idx="468" formatCode="General">
                  <c:v>4.6799999999999402</c:v>
                </c:pt>
                <c:pt idx="469" formatCode="General">
                  <c:v>4.68999999999994</c:v>
                </c:pt>
                <c:pt idx="470" formatCode="General">
                  <c:v>4.6999999999999398</c:v>
                </c:pt>
                <c:pt idx="471" formatCode="General">
                  <c:v>4.7099999999999396</c:v>
                </c:pt>
                <c:pt idx="472" formatCode="General">
                  <c:v>4.7199999999999402</c:v>
                </c:pt>
                <c:pt idx="473" formatCode="General">
                  <c:v>4.72999999999994</c:v>
                </c:pt>
                <c:pt idx="474" formatCode="General">
                  <c:v>4.7399999999999398</c:v>
                </c:pt>
                <c:pt idx="475" formatCode="General">
                  <c:v>4.7499999999999396</c:v>
                </c:pt>
                <c:pt idx="476" formatCode="General">
                  <c:v>4.7599999999999403</c:v>
                </c:pt>
                <c:pt idx="477" formatCode="General">
                  <c:v>4.7699999999999401</c:v>
                </c:pt>
                <c:pt idx="478" formatCode="General">
                  <c:v>4.7799999999999399</c:v>
                </c:pt>
                <c:pt idx="479" formatCode="General">
                  <c:v>4.7899999999999396</c:v>
                </c:pt>
                <c:pt idx="480" formatCode="General">
                  <c:v>4.7999999999999403</c:v>
                </c:pt>
                <c:pt idx="481" formatCode="General">
                  <c:v>4.8099999999999401</c:v>
                </c:pt>
                <c:pt idx="482" formatCode="General">
                  <c:v>4.8199999999999399</c:v>
                </c:pt>
                <c:pt idx="483" formatCode="General">
                  <c:v>4.8299999999999397</c:v>
                </c:pt>
                <c:pt idx="484" formatCode="General">
                  <c:v>4.8399999999999403</c:v>
                </c:pt>
                <c:pt idx="485" formatCode="General">
                  <c:v>4.8499999999999401</c:v>
                </c:pt>
                <c:pt idx="486" formatCode="General">
                  <c:v>4.8599999999999399</c:v>
                </c:pt>
                <c:pt idx="487" formatCode="General">
                  <c:v>4.8699999999999397</c:v>
                </c:pt>
                <c:pt idx="488" formatCode="General">
                  <c:v>4.8799999999999404</c:v>
                </c:pt>
                <c:pt idx="489" formatCode="General">
                  <c:v>4.8899999999999402</c:v>
                </c:pt>
                <c:pt idx="490" formatCode="General">
                  <c:v>4.89999999999994</c:v>
                </c:pt>
                <c:pt idx="491" formatCode="General">
                  <c:v>4.90999999999993</c:v>
                </c:pt>
                <c:pt idx="492" formatCode="General">
                  <c:v>4.9199999999999298</c:v>
                </c:pt>
                <c:pt idx="493" formatCode="General">
                  <c:v>4.9299999999999304</c:v>
                </c:pt>
                <c:pt idx="494" formatCode="General">
                  <c:v>4.9399999999999302</c:v>
                </c:pt>
                <c:pt idx="495" formatCode="General">
                  <c:v>4.94999999999993</c:v>
                </c:pt>
                <c:pt idx="496" formatCode="General">
                  <c:v>4.9599999999999298</c:v>
                </c:pt>
                <c:pt idx="497" formatCode="General">
                  <c:v>4.9699999999999296</c:v>
                </c:pt>
                <c:pt idx="498" formatCode="General">
                  <c:v>4.9799999999999303</c:v>
                </c:pt>
                <c:pt idx="499" formatCode="General">
                  <c:v>4.98999999999993</c:v>
                </c:pt>
                <c:pt idx="500" formatCode="General">
                  <c:v>4.9999999999999298</c:v>
                </c:pt>
                <c:pt idx="501" formatCode="General">
                  <c:v>5.0099999999999296</c:v>
                </c:pt>
              </c:numCache>
            </c:numRef>
          </c:xVal>
          <c:yVal>
            <c:numRef>
              <c:f>'-5.0'!$F$2:$F$503</c:f>
              <c:numCache>
                <c:formatCode>0.00E+00</c:formatCode>
                <c:ptCount val="502"/>
                <c:pt idx="0" formatCode="General">
                  <c:v>0</c:v>
                </c:pt>
                <c:pt idx="1">
                  <c:v>1.0674830056687999E-11</c:v>
                </c:pt>
                <c:pt idx="2">
                  <c:v>8.5148976373459097E-11</c:v>
                </c:pt>
                <c:pt idx="3">
                  <c:v>2.86535840312605E-10</c:v>
                </c:pt>
                <c:pt idx="4">
                  <c:v>6.7720248063098204E-10</c:v>
                </c:pt>
                <c:pt idx="5">
                  <c:v>1.3187717869839399E-9</c:v>
                </c:pt>
                <c:pt idx="6">
                  <c:v>2.2721246982958099E-9</c:v>
                </c:pt>
                <c:pt idx="7">
                  <c:v>3.5974024775119998E-9</c:v>
                </c:pt>
                <c:pt idx="8">
                  <c:v>5.35400902513426E-9</c:v>
                </c:pt>
                <c:pt idx="9">
                  <c:v>7.6006132482684592E-9</c:v>
                </c:pt>
                <c:pt idx="10">
                  <c:v>1.0395151473344001E-8</c:v>
                </c:pt>
                <c:pt idx="11">
                  <c:v>1.37948299056551E-8</c:v>
                </c:pt>
                <c:pt idx="12">
                  <c:v>1.7856127132356599E-8</c:v>
                </c:pt>
                <c:pt idx="13">
                  <c:v>2.26347966749971E-8</c:v>
                </c:pt>
                <c:pt idx="14">
                  <c:v>2.8185869578337E-8</c:v>
                </c:pt>
                <c:pt idx="15">
                  <c:v>3.4563657046857198E-8</c:v>
                </c:pt>
                <c:pt idx="16">
                  <c:v>4.1821753122549898E-8</c:v>
                </c:pt>
                <c:pt idx="17">
                  <c:v>5.0013037405294202E-8</c:v>
                </c:pt>
                <c:pt idx="18">
                  <c:v>5.9189677811145699E-8</c:v>
                </c:pt>
                <c:pt idx="19">
                  <c:v>6.9403133372233601E-8</c:v>
                </c:pt>
                <c:pt idx="20">
                  <c:v>8.0704157076527805E-8</c:v>
                </c:pt>
                <c:pt idx="21">
                  <c:v>9.3142798743237594E-8</c:v>
                </c:pt>
                <c:pt idx="22">
                  <c:v>1.06768407940144E-7</c:v>
                </c:pt>
                <c:pt idx="23">
                  <c:v>1.2162963693146301E-7</c:v>
                </c:pt>
                <c:pt idx="24">
                  <c:v>1.37774443669152E-7</c:v>
                </c:pt>
                <c:pt idx="25">
                  <c:v>1.5525009481443101E-7</c:v>
                </c:pt>
                <c:pt idx="26">
                  <c:v>1.74103168797319E-7</c:v>
                </c:pt>
                <c:pt idx="27">
                  <c:v>1.94379558906913E-7</c:v>
                </c:pt>
                <c:pt idx="28">
                  <c:v>2.1612447641719601E-7</c:v>
                </c:pt>
                <c:pt idx="29">
                  <c:v>2.3938245374564799E-7</c:v>
                </c:pt>
                <c:pt idx="30">
                  <c:v>2.6419734764445698E-7</c:v>
                </c:pt>
                <c:pt idx="31">
                  <c:v>2.9061234241767799E-7</c:v>
                </c:pt>
                <c:pt idx="32">
                  <c:v>3.1866995317632502E-7</c:v>
                </c:pt>
                <c:pt idx="33">
                  <c:v>3.4841202911756699E-7</c:v>
                </c:pt>
                <c:pt idx="34">
                  <c:v>3.7987975683803899E-7</c:v>
                </c:pt>
                <c:pt idx="35">
                  <c:v>4.1311366367018901E-7</c:v>
                </c:pt>
                <c:pt idx="36">
                  <c:v>4.4815362104892802E-7</c:v>
                </c:pt>
                <c:pt idx="37">
                  <c:v>4.8503884790967898E-7</c:v>
                </c:pt>
                <c:pt idx="38">
                  <c:v>5.23807914104026E-7</c:v>
                </c:pt>
                <c:pt idx="39">
                  <c:v>5.6449874384882098E-7</c:v>
                </c:pt>
                <c:pt idx="40">
                  <c:v>6.0714861919474002E-7</c:v>
                </c:pt>
                <c:pt idx="41">
                  <c:v>6.5179418352742605E-7</c:v>
                </c:pt>
                <c:pt idx="42">
                  <c:v>6.9847144508134601E-7</c:v>
                </c:pt>
                <c:pt idx="43">
                  <c:v>7.4721578048775999E-7</c:v>
                </c:pt>
                <c:pt idx="44">
                  <c:v>7.9806193833735303E-7</c:v>
                </c:pt>
                <c:pt idx="45">
                  <c:v>8.5104404276861599E-7</c:v>
                </c:pt>
                <c:pt idx="46">
                  <c:v>9.0619559707849901E-7</c:v>
                </c:pt>
                <c:pt idx="47">
                  <c:v>9.6354948735012002E-7</c:v>
                </c:pt>
                <c:pt idx="48">
                  <c:v>1.02313798610426E-6</c:v>
                </c:pt>
                <c:pt idx="49">
                  <c:v>1.08499275596727E-6</c:v>
                </c:pt>
                <c:pt idx="50">
                  <c:v>1.1491448533626501E-6</c:v>
                </c:pt>
                <c:pt idx="51">
                  <c:v>1.2156247322133199E-6</c:v>
                </c:pt>
                <c:pt idx="52">
                  <c:v>1.28446224767071E-6</c:v>
                </c:pt>
                <c:pt idx="53">
                  <c:v>1.35568665985274E-6</c:v>
                </c:pt>
                <c:pt idx="54">
                  <c:v>1.42932663760505E-6</c:v>
                </c:pt>
                <c:pt idx="55">
                  <c:v>1.50541026227434E-6</c:v>
                </c:pt>
                <c:pt idx="56">
                  <c:v>1.5839650314966401E-6</c:v>
                </c:pt>
                <c:pt idx="57">
                  <c:v>1.6650178630043701E-6</c:v>
                </c:pt>
                <c:pt idx="58">
                  <c:v>1.74859509844523E-6</c:v>
                </c:pt>
                <c:pt idx="59">
                  <c:v>1.8347225072129801E-6</c:v>
                </c:pt>
                <c:pt idx="60">
                  <c:v>1.9234252902954901E-6</c:v>
                </c:pt>
                <c:pt idx="61">
                  <c:v>2.0147280841316998E-6</c:v>
                </c:pt>
                <c:pt idx="62">
                  <c:v>2.10865496448387E-6</c:v>
                </c:pt>
                <c:pt idx="63">
                  <c:v>2.2052294503200501E-6</c:v>
                </c:pt>
                <c:pt idx="64">
                  <c:v>2.30447450770662E-6</c:v>
                </c:pt>
                <c:pt idx="65">
                  <c:v>2.40641255371278E-6</c:v>
                </c:pt>
                <c:pt idx="66">
                  <c:v>2.5110654603248198E-6</c:v>
                </c:pt>
                <c:pt idx="67">
                  <c:v>2.6184545583696902E-6</c:v>
                </c:pt>
                <c:pt idx="68">
                  <c:v>2.7286006414487298E-6</c:v>
                </c:pt>
                <c:pt idx="69">
                  <c:v>2.8415239698751001E-6</c:v>
                </c:pt>
                <c:pt idx="70">
                  <c:v>2.9572442746277299E-6</c:v>
                </c:pt>
                <c:pt idx="71">
                  <c:v>3.0757807613063699E-6</c:v>
                </c:pt>
                <c:pt idx="72">
                  <c:v>3.1971521140936702E-6</c:v>
                </c:pt>
                <c:pt idx="73">
                  <c:v>3.32137649972816E-6</c:v>
                </c:pt>
                <c:pt idx="74">
                  <c:v>3.44847157147763E-6</c:v>
                </c:pt>
                <c:pt idx="75">
                  <c:v>3.5784544731238498E-6</c:v>
                </c:pt>
                <c:pt idx="76">
                  <c:v>3.7113418429482198E-6</c:v>
                </c:pt>
                <c:pt idx="77">
                  <c:v>3.8471498177242002E-6</c:v>
                </c:pt>
                <c:pt idx="78">
                  <c:v>3.9858940367123998E-6</c:v>
                </c:pt>
                <c:pt idx="79">
                  <c:v>4.1275896456607701E-6</c:v>
                </c:pt>
                <c:pt idx="80">
                  <c:v>4.2722513008075702E-6</c:v>
                </c:pt>
                <c:pt idx="81">
                  <c:v>4.41989317288812E-6</c:v>
                </c:pt>
                <c:pt idx="82">
                  <c:v>4.5705289511408897E-6</c:v>
                </c:pt>
                <c:pt idx="83">
                  <c:v>4.72417184732045E-6</c:v>
                </c:pt>
                <c:pt idx="84">
                  <c:v>4.8808345997072697E-6</c:v>
                </c:pt>
                <c:pt idx="85">
                  <c:v>5.0405294771219604E-6</c:v>
                </c:pt>
                <c:pt idx="86">
                  <c:v>5.2032682829392102E-6</c:v>
                </c:pt>
                <c:pt idx="87">
                  <c:v>5.3690623591012301E-6</c:v>
                </c:pt>
                <c:pt idx="88">
                  <c:v>5.5379225901299399E-6</c:v>
                </c:pt>
                <c:pt idx="89">
                  <c:v>5.7098594071434501E-6</c:v>
                </c:pt>
                <c:pt idx="90">
                  <c:v>5.8848827918675499E-6</c:v>
                </c:pt>
                <c:pt idx="91">
                  <c:v>6.0630022806449199E-6</c:v>
                </c:pt>
                <c:pt idx="92">
                  <c:v>6.2442269684481997E-6</c:v>
                </c:pt>
                <c:pt idx="93">
                  <c:v>6.4285655128834799E-6</c:v>
                </c:pt>
                <c:pt idx="94">
                  <c:v>6.6160261381977598E-6</c:v>
                </c:pt>
                <c:pt idx="95">
                  <c:v>6.80661663928204E-6</c:v>
                </c:pt>
                <c:pt idx="96">
                  <c:v>7.0003443856660704E-6</c:v>
                </c:pt>
                <c:pt idx="97">
                  <c:v>7.1972163255175203E-6</c:v>
                </c:pt>
                <c:pt idx="98">
                  <c:v>7.39723898963066E-6</c:v>
                </c:pt>
                <c:pt idx="99">
                  <c:v>7.6004184954174898E-6</c:v>
                </c:pt>
                <c:pt idx="100">
                  <c:v>7.8067605508844402E-6</c:v>
                </c:pt>
                <c:pt idx="101">
                  <c:v>8.0162704586147503E-6</c:v>
                </c:pt>
                <c:pt idx="102">
                  <c:v>8.2289531197360405E-6</c:v>
                </c:pt>
                <c:pt idx="103">
                  <c:v>8.4448130378916493E-6</c:v>
                </c:pt>
                <c:pt idx="104">
                  <c:v>8.6638543231987408E-6</c:v>
                </c:pt>
                <c:pt idx="105">
                  <c:v>8.8860806961988797E-6</c:v>
                </c:pt>
                <c:pt idx="106">
                  <c:v>9.11149549181188E-6</c:v>
                </c:pt>
                <c:pt idx="107">
                  <c:v>9.3401016632713601E-6</c:v>
                </c:pt>
                <c:pt idx="108">
                  <c:v>9.5719017860593907E-6</c:v>
                </c:pt>
                <c:pt idx="109">
                  <c:v>9.8068980618332904E-6</c:v>
                </c:pt>
                <c:pt idx="110">
                  <c:v>1.00450923223382E-5</c:v>
                </c:pt>
                <c:pt idx="111">
                  <c:v>1.0286486033323E-5</c:v>
                </c:pt>
                <c:pt idx="112">
                  <c:v>1.0531080298435E-5</c:v>
                </c:pt>
                <c:pt idx="113">
                  <c:v>1.0778875863117499E-5</c:v>
                </c:pt>
                <c:pt idx="114">
                  <c:v>1.10298731184861E-5</c:v>
                </c:pt>
                <c:pt idx="115">
                  <c:v>1.12840721052085E-5</c:v>
                </c:pt>
                <c:pt idx="116">
                  <c:v>1.1541472517364E-5</c:v>
                </c:pt>
                <c:pt idx="117">
                  <c:v>1.1802073706297901E-5</c:v>
                </c:pt>
                <c:pt idx="118">
                  <c:v>1.2065874684466099E-5</c:v>
                </c:pt>
                <c:pt idx="119">
                  <c:v>1.23328741292664E-5</c:v>
                </c:pt>
                <c:pt idx="120">
                  <c:v>1.2603070386862599E-5</c:v>
                </c:pt>
                <c:pt idx="121">
                  <c:v>1.2876461475994499E-5</c:v>
                </c:pt>
                <c:pt idx="122">
                  <c:v>1.3153045091778701E-5</c:v>
                </c:pt>
                <c:pt idx="123">
                  <c:v>1.3432818609494601E-5</c:v>
                </c:pt>
                <c:pt idx="124">
                  <c:v>1.37157790883623E-5</c:v>
                </c:pt>
                <c:pt idx="125">
                  <c:v>1.40019232753088E-5</c:v>
                </c:pt>
                <c:pt idx="126">
                  <c:v>1.4291247608718999E-5</c:v>
                </c:pt>
                <c:pt idx="127">
                  <c:v>1.45837482221728E-5</c:v>
                </c:pt>
                <c:pt idx="128">
                  <c:v>1.4879420948176901E-5</c:v>
                </c:pt>
                <c:pt idx="129">
                  <c:v>1.51782613218743E-5</c:v>
                </c:pt>
                <c:pt idx="130">
                  <c:v>1.54802645847487E-5</c:v>
                </c:pt>
                <c:pt idx="131">
                  <c:v>1.5785425688309301E-5</c:v>
                </c:pt>
                <c:pt idx="132">
                  <c:v>1.6093739297766699E-5</c:v>
                </c:pt>
                <c:pt idx="133">
                  <c:v>1.6405199795690402E-5</c:v>
                </c:pt>
                <c:pt idx="134">
                  <c:v>1.67198012856557E-5</c:v>
                </c:pt>
                <c:pt idx="135">
                  <c:v>1.7037537595877499E-5</c:v>
                </c:pt>
                <c:pt idx="136">
                  <c:v>1.73584022828241E-5</c:v>
                </c:pt>
                <c:pt idx="137">
                  <c:v>1.76823886348215E-5</c:v>
                </c:pt>
                <c:pt idx="138">
                  <c:v>1.8009489675641699E-5</c:v>
                </c:pt>
                <c:pt idx="139">
                  <c:v>1.83396981680737E-5</c:v>
                </c:pt>
                <c:pt idx="140">
                  <c:v>1.8673006617482501E-5</c:v>
                </c:pt>
                <c:pt idx="141">
                  <c:v>1.9009407275349398E-5</c:v>
                </c:pt>
                <c:pt idx="142">
                  <c:v>1.9348892142799501E-5</c:v>
                </c:pt>
                <c:pt idx="143">
                  <c:v>1.9691452974113298E-5</c:v>
                </c:pt>
                <c:pt idx="144">
                  <c:v>2.0037081280220101E-5</c:v>
                </c:pt>
                <c:pt idx="145">
                  <c:v>2.0385768332177001E-5</c:v>
                </c:pt>
                <c:pt idx="146">
                  <c:v>2.0737505164631E-5</c:v>
                </c:pt>
                <c:pt idx="147">
                  <c:v>2.1092282579266299E-5</c:v>
                </c:pt>
                <c:pt idx="148">
                  <c:v>2.1450091148232899E-5</c:v>
                </c:pt>
                <c:pt idx="149">
                  <c:v>2.1810921217560699E-5</c:v>
                </c:pt>
                <c:pt idx="150">
                  <c:v>2.2174762910551802E-5</c:v>
                </c:pt>
                <c:pt idx="151">
                  <c:v>2.2541606131162999E-5</c:v>
                </c:pt>
                <c:pt idx="152">
                  <c:v>2.2911440567365499E-5</c:v>
                </c:pt>
                <c:pt idx="153">
                  <c:v>2.3284255694492099E-5</c:v>
                </c:pt>
                <c:pt idx="154">
                  <c:v>2.36600407785598E-5</c:v>
                </c:pt>
                <c:pt idx="155">
                  <c:v>2.4038784879583299E-5</c:v>
                </c:pt>
                <c:pt idx="156">
                  <c:v>2.4420476854863799E-5</c:v>
                </c:pt>
                <c:pt idx="157">
                  <c:v>2.4805105362265201E-5</c:v>
                </c:pt>
                <c:pt idx="158">
                  <c:v>2.5192658863468001E-5</c:v>
                </c:pt>
                <c:pt idx="159">
                  <c:v>2.5583125627208599E-5</c:v>
                </c:pt>
                <c:pt idx="160">
                  <c:v>2.5976493732498099E-5</c:v>
                </c:pt>
                <c:pt idx="161">
                  <c:v>2.6372751071825299E-5</c:v>
                </c:pt>
                <c:pt idx="162">
                  <c:v>2.6771885354338099E-5</c:v>
                </c:pt>
                <c:pt idx="163">
                  <c:v>2.7173884109007601E-5</c:v>
                </c:pt>
                <c:pt idx="164">
                  <c:v>2.7578734687776401E-5</c:v>
                </c:pt>
                <c:pt idx="165">
                  <c:v>2.7986424268684E-5</c:v>
                </c:pt>
                <c:pt idx="166">
                  <c:v>2.8396939858975501E-5</c:v>
                </c:pt>
                <c:pt idx="167">
                  <c:v>2.8810268298191098E-5</c:v>
                </c:pt>
                <c:pt idx="168">
                  <c:v>2.9226396261236498E-5</c:v>
                </c:pt>
                <c:pt idx="169">
                  <c:v>2.96453102614343E-5</c:v>
                </c:pt>
                <c:pt idx="170">
                  <c:v>3.0066996653557901E-5</c:v>
                </c:pt>
                <c:pt idx="171">
                  <c:v>3.0491441636841399E-5</c:v>
                </c:pt>
                <c:pt idx="172">
                  <c:v>3.0918631257975597E-5</c:v>
                </c:pt>
                <c:pt idx="173">
                  <c:v>3.1348551414081603E-5</c:v>
                </c:pt>
                <c:pt idx="174">
                  <c:v>3.1781187855666603E-5</c:v>
                </c:pt>
                <c:pt idx="175">
                  <c:v>3.22165261895575E-5</c:v>
                </c:pt>
                <c:pt idx="176">
                  <c:v>3.2654551881816799E-5</c:v>
                </c:pt>
                <c:pt idx="177">
                  <c:v>3.3095250260641001E-5</c:v>
                </c:pt>
                <c:pt idx="178">
                  <c:v>3.3538606519232797E-5</c:v>
                </c:pt>
                <c:pt idx="179">
                  <c:v>3.3984605718660801E-5</c:v>
                </c:pt>
                <c:pt idx="180">
                  <c:v>3.4433232790693101E-5</c:v>
                </c:pt>
                <c:pt idx="181">
                  <c:v>3.4884472540618099E-5</c:v>
                </c:pt>
                <c:pt idx="182">
                  <c:v>3.5338309650038398E-5</c:v>
                </c:pt>
                <c:pt idx="183">
                  <c:v>3.5794728679647E-5</c:v>
                </c:pt>
                <c:pt idx="184">
                  <c:v>3.6253714071985298E-5</c:v>
                </c:pt>
                <c:pt idx="185">
                  <c:v>3.6715250154179099E-5</c:v>
                </c:pt>
                <c:pt idx="186">
                  <c:v>3.7179321140655197E-5</c:v>
                </c:pt>
                <c:pt idx="187">
                  <c:v>3.7645911135838201E-5</c:v>
                </c:pt>
                <c:pt idx="188">
                  <c:v>3.8115004136824499E-5</c:v>
                </c:pt>
                <c:pt idx="189">
                  <c:v>3.8586584036040002E-5</c:v>
                </c:pt>
                <c:pt idx="190">
                  <c:v>3.9060634623874199E-5</c:v>
                </c:pt>
                <c:pt idx="191">
                  <c:v>3.9537139591296697E-5</c:v>
                </c:pt>
                <c:pt idx="192">
                  <c:v>4.00160825324507E-5</c:v>
                </c:pt>
                <c:pt idx="193">
                  <c:v>4.0497446947227203E-5</c:v>
                </c:pt>
                <c:pt idx="194">
                  <c:v>4.0981216243821602E-5</c:v>
                </c:pt>
                <c:pt idx="195">
                  <c:v>4.1467373741263403E-5</c:v>
                </c:pt>
                <c:pt idx="196">
                  <c:v>4.1955902671933701E-5</c:v>
                </c:pt>
                <c:pt idx="197">
                  <c:v>4.24467861840539E-5</c:v>
                </c:pt>
                <c:pt idx="198">
                  <c:v>4.2940007344160198E-5</c:v>
                </c:pt>
                <c:pt idx="199">
                  <c:v>4.3435549139555802E-5</c:v>
                </c:pt>
                <c:pt idx="200">
                  <c:v>4.3933394480742703E-5</c:v>
                </c:pt>
                <c:pt idx="201">
                  <c:v>4.4433526203829302E-5</c:v>
                </c:pt>
                <c:pt idx="202">
                  <c:v>4.4935927072923999E-5</c:v>
                </c:pt>
                <c:pt idx="203">
                  <c:v>4.5440579782504801E-5</c:v>
                </c:pt>
                <c:pt idx="204">
                  <c:v>4.5947466959768703E-5</c:v>
                </c:pt>
                <c:pt idx="205">
                  <c:v>4.6456571166959402E-5</c:v>
                </c:pt>
                <c:pt idx="206">
                  <c:v>4.6967874903676897E-5</c:v>
                </c:pt>
                <c:pt idx="207">
                  <c:v>4.7481360609165902E-5</c:v>
                </c:pt>
                <c:pt idx="208">
                  <c:v>4.7997010664582303E-5</c:v>
                </c:pt>
                <c:pt idx="209">
                  <c:v>4.8514807395241698E-5</c:v>
                </c:pt>
                <c:pt idx="210">
                  <c:v>4.90347330728454E-5</c:v>
                </c:pt>
                <c:pt idx="211">
                  <c:v>4.9556769917686603E-5</c:v>
                </c:pt>
                <c:pt idx="212">
                  <c:v>5.0080900100838199E-5</c:v>
                </c:pt>
                <c:pt idx="213">
                  <c:v>5.0607105746314102E-5</c:v>
                </c:pt>
                <c:pt idx="214">
                  <c:v>5.1135368933219198E-5</c:v>
                </c:pt>
                <c:pt idx="215">
                  <c:v>5.1665671697871397E-5</c:v>
                </c:pt>
                <c:pt idx="216">
                  <c:v>5.2197996035906899E-5</c:v>
                </c:pt>
                <c:pt idx="217">
                  <c:v>5.2732323904362698E-5</c:v>
                </c:pt>
                <c:pt idx="218">
                  <c:v>5.3268637223742901E-5</c:v>
                </c:pt>
                <c:pt idx="219">
                  <c:v>5.3806917880064902E-5</c:v>
                </c:pt>
                <c:pt idx="220">
                  <c:v>5.4347147726874997E-5</c:v>
                </c:pt>
                <c:pt idx="221">
                  <c:v>5.4889308587259603E-5</c:v>
                </c:pt>
                <c:pt idx="222">
                  <c:v>5.5433382255822999E-5</c:v>
                </c:pt>
                <c:pt idx="223">
                  <c:v>5.5979350500654197E-5</c:v>
                </c:pt>
                <c:pt idx="224">
                  <c:v>5.6527195065267801E-5</c:v>
                </c:pt>
                <c:pt idx="225">
                  <c:v>5.70768976705289E-5</c:v>
                </c:pt>
                <c:pt idx="226">
                  <c:v>5.7628440016552597E-5</c:v>
                </c:pt>
                <c:pt idx="227">
                  <c:v>5.8181803784591E-5</c:v>
                </c:pt>
                <c:pt idx="228">
                  <c:v>5.8736970638894999E-5</c:v>
                </c:pt>
                <c:pt idx="229">
                  <c:v>5.9293922228555298E-5</c:v>
                </c:pt>
                <c:pt idx="230">
                  <c:v>5.98526401893298E-5</c:v>
                </c:pt>
                <c:pt idx="231">
                  <c:v>6.0413106145443799E-5</c:v>
                </c:pt>
                <c:pt idx="232">
                  <c:v>6.09753017113772E-5</c:v>
                </c:pt>
                <c:pt idx="233">
                  <c:v>6.1539208493625598E-5</c:v>
                </c:pt>
                <c:pt idx="234">
                  <c:v>6.2104808092447694E-5</c:v>
                </c:pt>
                <c:pt idx="235">
                  <c:v>6.2672082103589605E-5</c:v>
                </c:pt>
                <c:pt idx="236">
                  <c:v>6.3241012119989406E-5</c:v>
                </c:pt>
                <c:pt idx="237">
                  <c:v>6.3811579733464498E-5</c:v>
                </c:pt>
                <c:pt idx="238">
                  <c:v>6.4383766536379194E-5</c:v>
                </c:pt>
                <c:pt idx="239">
                  <c:v>6.4957554123291301E-5</c:v>
                </c:pt>
                <c:pt idx="240">
                  <c:v>6.5532924092579403E-5</c:v>
                </c:pt>
                <c:pt idx="241">
                  <c:v>6.6109858048053006E-5</c:v>
                </c:pt>
                <c:pt idx="242">
                  <c:v>6.66883376005428E-5</c:v>
                </c:pt>
                <c:pt idx="243">
                  <c:v>6.7268344369470894E-5</c:v>
                </c:pt>
                <c:pt idx="244">
                  <c:v>6.7849859984402098E-5</c:v>
                </c:pt>
                <c:pt idx="245">
                  <c:v>6.8432866086577996E-5</c:v>
                </c:pt>
                <c:pt idx="246">
                  <c:v>6.9017344330430806E-5</c:v>
                </c:pt>
                <c:pt idx="247">
                  <c:v>6.9603276385076003E-5</c:v>
                </c:pt>
                <c:pt idx="248">
                  <c:v>7.0190643935792198E-5</c:v>
                </c:pt>
                <c:pt idx="249">
                  <c:v>7.0779428685478304E-5</c:v>
                </c:pt>
                <c:pt idx="250">
                  <c:v>7.1369612356089E-5</c:v>
                </c:pt>
                <c:pt idx="251">
                  <c:v>7.1961176690059906E-5</c:v>
                </c:pt>
                <c:pt idx="252">
                  <c:v>7.25541034517064E-5</c:v>
                </c:pt>
                <c:pt idx="253">
                  <c:v>7.31483744286094E-5</c:v>
                </c:pt>
                <c:pt idx="254">
                  <c:v>-2.60957957574675E-2</c:v>
                </c:pt>
                <c:pt idx="255">
                  <c:v>-5.8454258628565299E-2</c:v>
                </c:pt>
                <c:pt idx="256">
                  <c:v>-9.17226178451193E-2</c:v>
                </c:pt>
                <c:pt idx="257" formatCode="General">
                  <c:v>-0.12564797758256099</c:v>
                </c:pt>
                <c:pt idx="258" formatCode="General">
                  <c:v>-0.15998181326872299</c:v>
                </c:pt>
                <c:pt idx="259" formatCode="General">
                  <c:v>-0.19448290690446299</c:v>
                </c:pt>
                <c:pt idx="260" formatCode="General">
                  <c:v>-0.22892003576289499</c:v>
                </c:pt>
                <c:pt idx="261" formatCode="General">
                  <c:v>-0.26307435426529802</c:v>
                </c:pt>
                <c:pt idx="262" formatCode="General">
                  <c:v>-0.296741424543432</c:v>
                </c:pt>
                <c:pt idx="263" formatCode="General">
                  <c:v>-0.32973286765226401</c:v>
                </c:pt>
                <c:pt idx="264" formatCode="General">
                  <c:v>-0.361877623573721</c:v>
                </c:pt>
                <c:pt idx="265" formatCode="General">
                  <c:v>-0.39302282317197601</c:v>
                </c:pt>
                <c:pt idx="266" formatCode="General">
                  <c:v>-0.42303428843365598</c:v>
                </c:pt>
                <c:pt idx="267" formatCode="General">
                  <c:v>-0.45179668817449198</c:v>
                </c:pt>
                <c:pt idx="268" formatCode="General">
                  <c:v>-0.479213384654326</c:v>
                </c:pt>
                <c:pt idx="269" formatCode="General">
                  <c:v>-0.505206012150762</c:v>
                </c:pt>
                <c:pt idx="270" formatCode="General">
                  <c:v>-0.52971383160305296</c:v>
                </c:pt>
                <c:pt idx="271" formatCode="General">
                  <c:v>-0.55269290618954003</c:v>
                </c:pt>
                <c:pt idx="272" formatCode="General">
                  <c:v>-0.57411514147387599</c:v>
                </c:pt>
                <c:pt idx="273" formatCode="General">
                  <c:v>-0.59396723093093995</c:v>
                </c:pt>
                <c:pt idx="274" formatCode="General">
                  <c:v>-0.61224954364598005</c:v>
                </c:pt>
                <c:pt idx="275" formatCode="General">
                  <c:v>-0.628974986164341</c:v>
                </c:pt>
                <c:pt idx="276" formatCode="General">
                  <c:v>-0.6441678652185</c:v>
                </c:pt>
                <c:pt idx="277" formatCode="General">
                  <c:v>-0.65786277269354998</c:v>
                </c:pt>
                <c:pt idx="278" formatCode="General">
                  <c:v>-0.67010350897814297</c:v>
                </c:pt>
                <c:pt idx="279" formatCode="General">
                  <c:v>-0.68094205599504798</c:v>
                </c:pt>
                <c:pt idx="280" formatCode="General">
                  <c:v>-0.69043760686797195</c:v>
                </c:pt>
                <c:pt idx="281" formatCode="General">
                  <c:v>-0.69865565546041797</c:v>
                </c:pt>
                <c:pt idx="282" formatCode="General">
                  <c:v>-0.705667145972944</c:v>
                </c:pt>
                <c:pt idx="283" formatCode="General">
                  <c:v>-0.71154768042108096</c:v>
                </c:pt>
                <c:pt idx="284" formatCode="General">
                  <c:v>-0.71637678011800399</c:v>
                </c:pt>
                <c:pt idx="285" formatCode="General">
                  <c:v>-0.72023719620793503</c:v>
                </c:pt>
                <c:pt idx="286" formatCode="General">
                  <c:v>-0.72321426377241205</c:v>
                </c:pt>
                <c:pt idx="287" formatCode="General">
                  <c:v>-0.72539529398274505</c:v>
                </c:pt>
                <c:pt idx="288" formatCode="General">
                  <c:v>-0.726868999111002</c:v>
                </c:pt>
                <c:pt idx="289" formatCode="General">
                  <c:v>-0.72772494584848701</c:v>
                </c:pt>
                <c:pt idx="290" formatCode="General">
                  <c:v>-0.72805303322592796</c:v>
                </c:pt>
                <c:pt idx="291" formatCode="General">
                  <c:v>-0.72794299239928995</c:v>
                </c:pt>
                <c:pt idx="292" formatCode="General">
                  <c:v>-0.72748390658262296</c:v>
                </c:pt>
                <c:pt idx="293" formatCode="General">
                  <c:v>-0.72676375040780505</c:v>
                </c:pt>
                <c:pt idx="294" formatCode="General">
                  <c:v>-0.72586894891463105</c:v>
                </c:pt>
                <c:pt idx="295" formatCode="General">
                  <c:v>-0.724883957179841</c:v>
                </c:pt>
                <c:pt idx="296" formatCode="General">
                  <c:v>-0.72389086224866905</c:v>
                </c:pt>
                <c:pt idx="297" formatCode="General">
                  <c:v>-0.72296900951787701</c:v>
                </c:pt>
                <c:pt idx="298" formatCode="General">
                  <c:v>-0.72219465602635702</c:v>
                </c:pt>
                <c:pt idx="299" formatCode="General">
                  <c:v>-0.72164065323971205</c:v>
                </c:pt>
                <c:pt idx="300" formatCode="General">
                  <c:v>-0.71763990869878402</c:v>
                </c:pt>
                <c:pt idx="301" formatCode="General">
                  <c:v>-0.69457549823911302</c:v>
                </c:pt>
                <c:pt idx="302" formatCode="General">
                  <c:v>-0.67019085892597197</c:v>
                </c:pt>
                <c:pt idx="303" formatCode="General">
                  <c:v>-0.64462519712452704</c:v>
                </c:pt>
                <c:pt idx="304" formatCode="General">
                  <c:v>-0.61801452130925405</c:v>
                </c:pt>
                <c:pt idx="305" formatCode="General">
                  <c:v>-0.59049141884840495</c:v>
                </c:pt>
                <c:pt idx="306" formatCode="General">
                  <c:v>-0.562184862939904</c:v>
                </c:pt>
                <c:pt idx="307" formatCode="General">
                  <c:v>-0.53322004610350404</c:v>
                </c:pt>
                <c:pt idx="308" formatCode="General">
                  <c:v>-0.50371823702783802</c:v>
                </c:pt>
                <c:pt idx="309" formatCode="General">
                  <c:v>-0.47379665795895798</c:v>
                </c:pt>
                <c:pt idx="310" formatCode="General">
                  <c:v>-0.44356838019140998</c:v>
                </c:pt>
                <c:pt idx="311" formatCode="General">
                  <c:v>-0.41314223557686702</c:v>
                </c:pt>
                <c:pt idx="312" formatCode="General">
                  <c:v>-0.38262274229350601</c:v>
                </c:pt>
                <c:pt idx="313" formatCode="General">
                  <c:v>-0.35211004341711499</c:v>
                </c:pt>
                <c:pt idx="314" formatCode="General">
                  <c:v>-0.32169985709961202</c:v>
                </c:pt>
                <c:pt idx="315" formatCode="General">
                  <c:v>-0.29148343739029903</c:v>
                </c:pt>
                <c:pt idx="316" formatCode="General">
                  <c:v>-0.261547544929491</c:v>
                </c:pt>
                <c:pt idx="317" formatCode="General">
                  <c:v>-0.231974426903853</c:v>
                </c:pt>
                <c:pt idx="318" formatCode="General">
                  <c:v>-0.20284180577959701</c:v>
                </c:pt>
                <c:pt idx="319" formatCode="General">
                  <c:v>-0.174222876426402</c:v>
                </c:pt>
                <c:pt idx="320" formatCode="General">
                  <c:v>-0.14618631131489801</c:v>
                </c:pt>
                <c:pt idx="321" formatCode="General">
                  <c:v>-0.11879627351767499</c:v>
                </c:pt>
                <c:pt idx="322">
                  <c:v>-9.2112437272223305E-2</c:v>
                </c:pt>
                <c:pt idx="323">
                  <c:v>-6.6190015878194897E-2</c:v>
                </c:pt>
                <c:pt idx="324">
                  <c:v>-4.1079796705069997E-2</c:v>
                </c:pt>
                <c:pt idx="325">
                  <c:v>-1.6828183083460201E-2</c:v>
                </c:pt>
                <c:pt idx="326">
                  <c:v>6.52275715262842E-3</c:v>
                </c:pt>
                <c:pt idx="327">
                  <c:v>2.8935236711416502E-2</c:v>
                </c:pt>
                <c:pt idx="328">
                  <c:v>5.0375687719811497E-2</c:v>
                </c:pt>
                <c:pt idx="329">
                  <c:v>7.0814694674103507E-2</c:v>
                </c:pt>
                <c:pt idx="330">
                  <c:v>9.0226921704046795E-2</c:v>
                </c:pt>
                <c:pt idx="331" formatCode="General">
                  <c:v>0.108591034380159</c:v>
                </c:pt>
                <c:pt idx="332" formatCode="General">
                  <c:v>0.125889616279832</c:v>
                </c:pt>
                <c:pt idx="333" formatCode="General">
                  <c:v>0.14210908050931401</c:v>
                </c:pt>
                <c:pt idx="334" formatCode="General">
                  <c:v>0.15723957635684599</c:v>
                </c:pt>
                <c:pt idx="335" formatCode="General">
                  <c:v>0.17127489122852499</c:v>
                </c:pt>
                <c:pt idx="336" formatCode="General">
                  <c:v>0.18421234799428399</c:v>
                </c:pt>
                <c:pt idx="337" formatCode="General">
                  <c:v>0.196052697848491</c:v>
                </c:pt>
                <c:pt idx="338" formatCode="General">
                  <c:v>0.206800008769428</c:v>
                </c:pt>
                <c:pt idx="339" formatCode="General">
                  <c:v>0.21646154964609601</c:v>
                </c:pt>
                <c:pt idx="340" formatCode="General">
                  <c:v>0.225047670130536</c:v>
                </c:pt>
                <c:pt idx="341" formatCode="General">
                  <c:v>0.23257167627035299</c:v>
                </c:pt>
                <c:pt idx="342" formatCode="General">
                  <c:v>0.23904970198018999</c:v>
                </c:pt>
                <c:pt idx="343" formatCode="General">
                  <c:v>0.24450057642300399</c:v>
                </c:pt>
                <c:pt idx="344" formatCode="General">
                  <c:v>0.24894568739225101</c:v>
                </c:pt>
                <c:pt idx="345" formatCode="General">
                  <c:v>0.25240884081440201</c:v>
                </c:pt>
                <c:pt idx="346" formatCode="General">
                  <c:v>0.254916116526896</c:v>
                </c:pt>
                <c:pt idx="347" formatCode="General">
                  <c:v>0.25649572052900799</c:v>
                </c:pt>
                <c:pt idx="348" formatCode="General">
                  <c:v>0.25717783395089699</c:v>
                </c:pt>
                <c:pt idx="349" formatCode="General">
                  <c:v>0.256994459038001</c:v>
                </c:pt>
                <c:pt idx="350" formatCode="General">
                  <c:v>0.25597926250248498</c:v>
                </c:pt>
                <c:pt idx="351" formatCode="General">
                  <c:v>0.25416741664876602</c:v>
                </c:pt>
                <c:pt idx="352" formatCode="General">
                  <c:v>0.251595438734804</c:v>
                </c:pt>
                <c:pt idx="353" formatCode="General">
                  <c:v>0.24830102908282201</c:v>
                </c:pt>
                <c:pt idx="354" formatCode="General">
                  <c:v>0.244322908501031</c:v>
                </c:pt>
                <c:pt idx="355" formatCode="General">
                  <c:v>0.239700655620079</c:v>
                </c:pt>
                <c:pt idx="356" formatCode="General">
                  <c:v>0.234474544783006</c:v>
                </c:pt>
                <c:pt idx="357" formatCode="General">
                  <c:v>0.228685385154378</c:v>
                </c:pt>
                <c:pt idx="358" formatCode="General">
                  <c:v>0.22237436173201999</c:v>
                </c:pt>
                <c:pt idx="359" formatCode="General">
                  <c:v>0.215582878952815</c:v>
                </c:pt>
                <c:pt idx="360" formatCode="General">
                  <c:v>0.208352407581995</c:v>
                </c:pt>
                <c:pt idx="361" formatCode="General">
                  <c:v>0.20072433556321601</c:v>
                </c:pt>
                <c:pt idx="362" formatCode="General">
                  <c:v>0.192739823484707</c:v>
                </c:pt>
                <c:pt idx="363" formatCode="General">
                  <c:v>0.184439665285343</c:v>
                </c:pt>
                <c:pt idx="364" formatCode="General">
                  <c:v>0.175864154784445</c:v>
                </c:pt>
                <c:pt idx="365" formatCode="General">
                  <c:v>0.16705295857130101</c:v>
                </c:pt>
                <c:pt idx="366" formatCode="General">
                  <c:v>0.158044995735934</c:v>
                </c:pt>
                <c:pt idx="367" formatCode="General">
                  <c:v>0.148878324862801</c:v>
                </c:pt>
                <c:pt idx="368" formatCode="General">
                  <c:v>0.139590038645062</c:v>
                </c:pt>
                <c:pt idx="369" formatCode="General">
                  <c:v>0.13021616641025799</c:v>
                </c:pt>
                <c:pt idx="370" formatCode="General">
                  <c:v>0.12079158477996201</c:v>
                </c:pt>
                <c:pt idx="371" formatCode="General">
                  <c:v>0.111349936617454</c:v>
                </c:pt>
                <c:pt idx="372" formatCode="General">
                  <c:v>0.101923558350037</c:v>
                </c:pt>
                <c:pt idx="373">
                  <c:v>9.2543415687231498E-2</c:v>
                </c:pt>
                <c:pt idx="374">
                  <c:v>8.3239047693873205E-2</c:v>
                </c:pt>
                <c:pt idx="375">
                  <c:v>7.4038519118798302E-2</c:v>
                </c:pt>
                <c:pt idx="376">
                  <c:v>6.4968380826105995E-2</c:v>
                </c:pt>
                <c:pt idx="377">
                  <c:v>5.6053638127434302E-2</c:v>
                </c:pt>
                <c:pt idx="378">
                  <c:v>4.7317726770619101E-2</c:v>
                </c:pt>
                <c:pt idx="379">
                  <c:v>3.8782496302774798E-2</c:v>
                </c:pt>
                <c:pt idx="380">
                  <c:v>3.0468200494288E-2</c:v>
                </c:pt>
                <c:pt idx="381">
                  <c:v>2.23934944844199E-2</c:v>
                </c:pt>
                <c:pt idx="382">
                  <c:v>1.4575438288978299E-2</c:v>
                </c:pt>
                <c:pt idx="383">
                  <c:v>7.02950629559769E-3</c:v>
                </c:pt>
                <c:pt idx="384">
                  <c:v>-2.30397637787499E-4</c:v>
                </c:pt>
                <c:pt idx="385">
                  <c:v>-7.19191987108853E-3</c:v>
                </c:pt>
                <c:pt idx="386">
                  <c:v>-1.38442318479169E-2</c:v>
                </c:pt>
                <c:pt idx="387">
                  <c:v>-2.0178000527871599E-2</c:v>
                </c:pt>
                <c:pt idx="388">
                  <c:v>-2.6185354768461701E-2</c:v>
                </c:pt>
                <c:pt idx="389">
                  <c:v>-3.1859848031665097E-2</c:v>
                </c:pt>
                <c:pt idx="390">
                  <c:v>-3.7196417779719597E-2</c:v>
                </c:pt>
                <c:pt idx="391">
                  <c:v>-4.2191341912577097E-2</c:v>
                </c:pt>
                <c:pt idx="392">
                  <c:v>-4.6842192585944499E-2</c:v>
                </c:pt>
                <c:pt idx="393">
                  <c:v>-5.11477877343577E-2</c:v>
                </c:pt>
                <c:pt idx="394">
                  <c:v>-5.5108140608647001E-2</c:v>
                </c:pt>
                <c:pt idx="395">
                  <c:v>-5.87244076217261E-2</c:v>
                </c:pt>
                <c:pt idx="396">
                  <c:v>-6.19988347811525E-2</c:v>
                </c:pt>
                <c:pt idx="397">
                  <c:v>-6.4934702971553904E-2</c:v>
                </c:pt>
                <c:pt idx="398">
                  <c:v>-6.7536272334987602E-2</c:v>
                </c:pt>
                <c:pt idx="399">
                  <c:v>-6.98087259827124E-2</c:v>
                </c:pt>
                <c:pt idx="400">
                  <c:v>-7.1758113257810605E-2</c:v>
                </c:pt>
                <c:pt idx="401">
                  <c:v>-7.3391292754671905E-2</c:v>
                </c:pt>
                <c:pt idx="402">
                  <c:v>-7.4715875288569794E-2</c:v>
                </c:pt>
                <c:pt idx="403">
                  <c:v>-7.5740166996440497E-2</c:v>
                </c:pt>
                <c:pt idx="404">
                  <c:v>-7.6473112738516799E-2</c:v>
                </c:pt>
                <c:pt idx="405">
                  <c:v>-7.6924239959635293E-2</c:v>
                </c:pt>
                <c:pt idx="406">
                  <c:v>-7.71036031588061E-2</c:v>
                </c:pt>
                <c:pt idx="407">
                  <c:v>-7.7021729105953798E-2</c:v>
                </c:pt>
                <c:pt idx="408">
                  <c:v>-7.66895629355583E-2</c:v>
                </c:pt>
                <c:pt idx="409">
                  <c:v>-7.6118415238198803E-2</c:v>
                </c:pt>
                <c:pt idx="410">
                  <c:v>-7.5319910262660897E-2</c:v>
                </c:pt>
                <c:pt idx="411">
                  <c:v>-7.4305935333275702E-2</c:v>
                </c:pt>
                <c:pt idx="412">
                  <c:v>-7.3088591579445E-2</c:v>
                </c:pt>
                <c:pt idx="413">
                  <c:v>-7.1680146066846695E-2</c:v>
                </c:pt>
                <c:pt idx="414">
                  <c:v>-7.0092985412542802E-2</c:v>
                </c:pt>
                <c:pt idx="415">
                  <c:v>-6.8339570959121507E-2</c:v>
                </c:pt>
                <c:pt idx="416">
                  <c:v>-6.6432395576035197E-2</c:v>
                </c:pt>
                <c:pt idx="417">
                  <c:v>-6.4383942149457501E-2</c:v>
                </c:pt>
                <c:pt idx="418">
                  <c:v>-6.22066438152266E-2</c:v>
                </c:pt>
                <c:pt idx="419">
                  <c:v>-5.9912845982787802E-2</c:v>
                </c:pt>
                <c:pt idx="420">
                  <c:v>-5.7514770191466898E-2</c:v>
                </c:pt>
                <c:pt idx="421">
                  <c:v>-5.5024479833917402E-2</c:v>
                </c:pt>
                <c:pt idx="422">
                  <c:v>-5.2453847775178801E-2</c:v>
                </c:pt>
                <c:pt idx="423">
                  <c:v>-4.98145258894769E-2</c:v>
                </c:pt>
                <c:pt idx="424">
                  <c:v>-4.7117916530702603E-2</c:v>
                </c:pt>
                <c:pt idx="425">
                  <c:v>-4.4375145946432798E-2</c:v>
                </c:pt>
                <c:pt idx="426">
                  <c:v>-4.15970396394192E-2</c:v>
                </c:pt>
                <c:pt idx="427">
                  <c:v>-3.8794099674696297E-2</c:v>
                </c:pt>
                <c:pt idx="428">
                  <c:v>-3.5976483924853503E-2</c:v>
                </c:pt>
                <c:pt idx="429">
                  <c:v>-3.3153987240595803E-2</c:v>
                </c:pt>
                <c:pt idx="430">
                  <c:v>-3.0336024528509701E-2</c:v>
                </c:pt>
                <c:pt idx="431">
                  <c:v>-2.75316157129556E-2</c:v>
                </c:pt>
                <c:pt idx="432">
                  <c:v>-2.4749372554253801E-2</c:v>
                </c:pt>
                <c:pt idx="433">
                  <c:v>-2.19974872908104E-2</c:v>
                </c:pt>
                <c:pt idx="434">
                  <c:v>-1.9283723068580599E-2</c:v>
                </c:pt>
                <c:pt idx="435">
                  <c:v>-1.6615406117262199E-2</c:v>
                </c:pt>
                <c:pt idx="436">
                  <c:v>-1.3999419628893599E-2</c:v>
                </c:pt>
                <c:pt idx="437">
                  <c:v>-1.14421992910697E-2</c:v>
                </c:pt>
                <c:pt idx="438">
                  <c:v>-8.9497304238185405E-3</c:v>
                </c:pt>
                <c:pt idx="439">
                  <c:v>-6.5275466662705296E-3</c:v>
                </c:pt>
                <c:pt idx="440">
                  <c:v>-4.1807301566283896E-3</c:v>
                </c:pt>
                <c:pt idx="441">
                  <c:v>-1.91391314658496E-3</c:v>
                </c:pt>
                <c:pt idx="442">
                  <c:v>2.6871901075674603E-4</c:v>
                </c:pt>
                <c:pt idx="443">
                  <c:v>2.3634235622322398E-3</c:v>
                </c:pt>
                <c:pt idx="444">
                  <c:v>4.3668948095860801E-3</c:v>
                </c:pt>
                <c:pt idx="445">
                  <c:v>6.2762573837372897E-3</c:v>
                </c:pt>
                <c:pt idx="446">
                  <c:v>8.08905840510191E-3</c:v>
                </c:pt>
                <c:pt idx="447">
                  <c:v>9.8032585975876205E-3</c:v>
                </c:pt>
                <c:pt idx="448">
                  <c:v>1.1417222424499499E-2</c:v>
                </c:pt>
                <c:pt idx="449">
                  <c:v>1.2929707315011999E-2</c:v>
                </c:pt>
                <c:pt idx="450">
                  <c:v>1.43398520500573E-2</c:v>
                </c:pt>
                <c:pt idx="451">
                  <c:v>1.5647164376487999E-2</c:v>
                </c:pt>
                <c:pt idx="452">
                  <c:v>1.6851507918174101E-2</c:v>
                </c:pt>
                <c:pt idx="453">
                  <c:v>1.795308845232E-2</c:v>
                </c:pt>
                <c:pt idx="454">
                  <c:v>1.8952439618732001E-2</c:v>
                </c:pt>
                <c:pt idx="455">
                  <c:v>1.98504081290376E-2</c:v>
                </c:pt>
                <c:pt idx="456">
                  <c:v>2.06481385419717E-2</c:v>
                </c:pt>
                <c:pt idx="457">
                  <c:v>2.1347057669795399E-2</c:v>
                </c:pt>
                <c:pt idx="458">
                  <c:v>2.1948858679716E-2</c:v>
                </c:pt>
                <c:pt idx="459">
                  <c:v>2.2455484952835902E-2</c:v>
                </c:pt>
                <c:pt idx="460">
                  <c:v>2.2869113761681301E-2</c:v>
                </c:pt>
                <c:pt idx="461">
                  <c:v>2.3192139825748401E-2</c:v>
                </c:pt>
                <c:pt idx="462">
                  <c:v>2.3427158802777799E-2</c:v>
                </c:pt>
                <c:pt idx="463">
                  <c:v>2.3576950771611201E-2</c:v>
                </c:pt>
                <c:pt idx="464">
                  <c:v>2.3644463760528599E-2</c:v>
                </c:pt>
                <c:pt idx="465">
                  <c:v>2.36327973728984E-2</c:v>
                </c:pt>
                <c:pt idx="466">
                  <c:v>2.3545186559813799E-2</c:v>
                </c:pt>
                <c:pt idx="467">
                  <c:v>2.3384985587142301E-2</c:v>
                </c:pt>
                <c:pt idx="468">
                  <c:v>2.3155652242086801E-2</c:v>
                </c:pt>
                <c:pt idx="469">
                  <c:v>2.2860732321958399E-2</c:v>
                </c:pt>
                <c:pt idx="470">
                  <c:v>2.25038444454023E-2</c:v>
                </c:pt>
                <c:pt idx="471">
                  <c:v>2.2088665223795802E-2</c:v>
                </c:pt>
                <c:pt idx="472">
                  <c:v>2.1618914827985201E-2</c:v>
                </c:pt>
                <c:pt idx="473">
                  <c:v>2.1098342982925501E-2</c:v>
                </c:pt>
                <c:pt idx="474">
                  <c:v>2.0530715420167399E-2</c:v>
                </c:pt>
                <c:pt idx="475">
                  <c:v>1.9919800815498701E-2</c:v>
                </c:pt>
                <c:pt idx="476">
                  <c:v>1.9269358236399199E-2</c:v>
                </c:pt>
                <c:pt idx="477">
                  <c:v>1.8583125121327902E-2</c:v>
                </c:pt>
                <c:pt idx="478">
                  <c:v>1.78648058102302E-2</c:v>
                </c:pt>
                <c:pt idx="479">
                  <c:v>1.7118060643046201E-2</c:v>
                </c:pt>
                <c:pt idx="480">
                  <c:v>1.6346495640423599E-2</c:v>
                </c:pt>
                <c:pt idx="481">
                  <c:v>1.55536527783025E-2</c:v>
                </c:pt>
                <c:pt idx="482">
                  <c:v>1.47430008655533E-2</c:v>
                </c:pt>
                <c:pt idx="483">
                  <c:v>1.3917927031415299E-2</c:v>
                </c:pt>
                <c:pt idx="484">
                  <c:v>1.30817288271231E-2</c:v>
                </c:pt>
                <c:pt idx="485">
                  <c:v>1.22376069438094E-2</c:v>
                </c:pt>
                <c:pt idx="486">
                  <c:v>1.1388658546561301E-2</c:v>
                </c:pt>
                <c:pt idx="487">
                  <c:v>1.05378712223785E-2</c:v>
                </c:pt>
                <c:pt idx="488">
                  <c:v>9.6881175377399997E-3</c:v>
                </c:pt>
                <c:pt idx="489">
                  <c:v>8.8421501995475105E-3</c:v>
                </c:pt>
                <c:pt idx="490">
                  <c:v>8.00259781136607E-3</c:v>
                </c:pt>
                <c:pt idx="491">
                  <c:v>7.1719612151452299E-3</c:v>
                </c:pt>
                <c:pt idx="492">
                  <c:v>6.35261040697108E-3</c:v>
                </c:pt>
                <c:pt idx="493">
                  <c:v>5.5467820138735604E-3</c:v>
                </c:pt>
                <c:pt idx="494">
                  <c:v>4.7565773173013498E-3</c:v>
                </c:pt>
                <c:pt idx="495">
                  <c:v>3.9839608075721601E-3</c:v>
                </c:pt>
                <c:pt idx="496">
                  <c:v>3.2307592524204198E-3</c:v>
                </c:pt>
                <c:pt idx="497">
                  <c:v>2.4986612616784399E-3</c:v>
                </c:pt>
                <c:pt idx="498">
                  <c:v>1.7892173291693999E-3</c:v>
                </c:pt>
                <c:pt idx="499">
                  <c:v>1.1038403320273601E-3</c:v>
                </c:pt>
                <c:pt idx="500">
                  <c:v>4.4380646691249401E-4</c:v>
                </c:pt>
                <c:pt idx="501">
                  <c:v>-1.8974339804821901E-4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F2C-4218-9A4E-50D0FAF8E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8417008"/>
        <c:axId val="1538410288"/>
      </c:scatterChart>
      <c:valAx>
        <c:axId val="1538417008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time</a:t>
                </a:r>
                <a:r>
                  <a:rPr lang="en-US" baseline="0"/>
                  <a:t> [s]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0288"/>
        <c:crossesAt val="-100"/>
        <c:crossBetween val="midCat"/>
        <c:majorUnit val="1"/>
      </c:valAx>
      <c:valAx>
        <c:axId val="1538410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q [rad/s]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7008"/>
        <c:crosses val="autoZero"/>
        <c:crossBetween val="midCat"/>
      </c:valAx>
      <c:spPr>
        <a:noFill/>
        <a:ln w="25400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'-5.0'!$D$1</c:f>
              <c:strCache>
                <c:ptCount val="1"/>
                <c:pt idx="0">
                  <c:v> w[ft/s]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'-5.0'!$A$2:$A$503</c:f>
              <c:numCache>
                <c:formatCode>0.00E+00</c:formatCode>
                <c:ptCount val="502"/>
                <c:pt idx="0" formatCode="General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2.9999999999999898E-2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8.99999999999999E-2</c:v>
                </c:pt>
                <c:pt idx="10">
                  <c:v>9.9999999999999895E-2</c:v>
                </c:pt>
                <c:pt idx="11" formatCode="General">
                  <c:v>0.109999999999999</c:v>
                </c:pt>
                <c:pt idx="12" formatCode="General">
                  <c:v>0.119999999999999</c:v>
                </c:pt>
                <c:pt idx="13" formatCode="General">
                  <c:v>0.12999999999999901</c:v>
                </c:pt>
                <c:pt idx="14" formatCode="General">
                  <c:v>0.13999999999999899</c:v>
                </c:pt>
                <c:pt idx="15" formatCode="General">
                  <c:v>0.149999999999999</c:v>
                </c:pt>
                <c:pt idx="16" formatCode="General">
                  <c:v>0.16</c:v>
                </c:pt>
                <c:pt idx="17" formatCode="General">
                  <c:v>0.17</c:v>
                </c:pt>
                <c:pt idx="18" formatCode="General">
                  <c:v>0.18</c:v>
                </c:pt>
                <c:pt idx="19" formatCode="General">
                  <c:v>0.19</c:v>
                </c:pt>
                <c:pt idx="20" formatCode="General">
                  <c:v>0.2</c:v>
                </c:pt>
                <c:pt idx="21" formatCode="General">
                  <c:v>0.21</c:v>
                </c:pt>
                <c:pt idx="22" formatCode="General">
                  <c:v>0.22</c:v>
                </c:pt>
                <c:pt idx="23" formatCode="General">
                  <c:v>0.23</c:v>
                </c:pt>
                <c:pt idx="24" formatCode="General">
                  <c:v>0.24</c:v>
                </c:pt>
                <c:pt idx="25" formatCode="General">
                  <c:v>0.25</c:v>
                </c:pt>
                <c:pt idx="26" formatCode="General">
                  <c:v>0.26</c:v>
                </c:pt>
                <c:pt idx="27" formatCode="General">
                  <c:v>0.27</c:v>
                </c:pt>
                <c:pt idx="28" formatCode="General">
                  <c:v>0.28000000000000003</c:v>
                </c:pt>
                <c:pt idx="29" formatCode="General">
                  <c:v>0.28999999999999998</c:v>
                </c:pt>
                <c:pt idx="30" formatCode="General">
                  <c:v>0.3</c:v>
                </c:pt>
                <c:pt idx="31" formatCode="General">
                  <c:v>0.31</c:v>
                </c:pt>
                <c:pt idx="32" formatCode="General">
                  <c:v>0.32</c:v>
                </c:pt>
                <c:pt idx="33" formatCode="General">
                  <c:v>0.33</c:v>
                </c:pt>
                <c:pt idx="34" formatCode="General">
                  <c:v>0.34</c:v>
                </c:pt>
                <c:pt idx="35" formatCode="General">
                  <c:v>0.35</c:v>
                </c:pt>
                <c:pt idx="36" formatCode="General">
                  <c:v>0.36</c:v>
                </c:pt>
                <c:pt idx="37" formatCode="General">
                  <c:v>0.37</c:v>
                </c:pt>
                <c:pt idx="38" formatCode="General">
                  <c:v>0.38</c:v>
                </c:pt>
                <c:pt idx="39" formatCode="General">
                  <c:v>0.39</c:v>
                </c:pt>
                <c:pt idx="40" formatCode="General">
                  <c:v>0.4</c:v>
                </c:pt>
                <c:pt idx="41" formatCode="General">
                  <c:v>0.41</c:v>
                </c:pt>
                <c:pt idx="42" formatCode="General">
                  <c:v>0.42</c:v>
                </c:pt>
                <c:pt idx="43" formatCode="General">
                  <c:v>0.43</c:v>
                </c:pt>
                <c:pt idx="44" formatCode="General">
                  <c:v>0.44</c:v>
                </c:pt>
                <c:pt idx="45" formatCode="General">
                  <c:v>0.45</c:v>
                </c:pt>
                <c:pt idx="46" formatCode="General">
                  <c:v>0.46</c:v>
                </c:pt>
                <c:pt idx="47" formatCode="General">
                  <c:v>0.47</c:v>
                </c:pt>
                <c:pt idx="48" formatCode="General">
                  <c:v>0.48</c:v>
                </c:pt>
                <c:pt idx="49" formatCode="General">
                  <c:v>0.49</c:v>
                </c:pt>
                <c:pt idx="50" formatCode="General">
                  <c:v>0.5</c:v>
                </c:pt>
                <c:pt idx="51" formatCode="General">
                  <c:v>0.51</c:v>
                </c:pt>
                <c:pt idx="52" formatCode="General">
                  <c:v>0.52</c:v>
                </c:pt>
                <c:pt idx="53" formatCode="General">
                  <c:v>0.53</c:v>
                </c:pt>
                <c:pt idx="54" formatCode="General">
                  <c:v>0.54</c:v>
                </c:pt>
                <c:pt idx="55" formatCode="General">
                  <c:v>0.55000000000000004</c:v>
                </c:pt>
                <c:pt idx="56" formatCode="General">
                  <c:v>0.56000000000000005</c:v>
                </c:pt>
                <c:pt idx="57" formatCode="General">
                  <c:v>0.56999999999999995</c:v>
                </c:pt>
                <c:pt idx="58" formatCode="General">
                  <c:v>0.57999999999999996</c:v>
                </c:pt>
                <c:pt idx="59" formatCode="General">
                  <c:v>0.59</c:v>
                </c:pt>
                <c:pt idx="60" formatCode="General">
                  <c:v>0.6</c:v>
                </c:pt>
                <c:pt idx="61" formatCode="General">
                  <c:v>0.61</c:v>
                </c:pt>
                <c:pt idx="62" formatCode="General">
                  <c:v>0.62</c:v>
                </c:pt>
                <c:pt idx="63" formatCode="General">
                  <c:v>0.63</c:v>
                </c:pt>
                <c:pt idx="64" formatCode="General">
                  <c:v>0.64</c:v>
                </c:pt>
                <c:pt idx="65" formatCode="General">
                  <c:v>0.65</c:v>
                </c:pt>
                <c:pt idx="66" formatCode="General">
                  <c:v>0.66</c:v>
                </c:pt>
                <c:pt idx="67" formatCode="General">
                  <c:v>0.67</c:v>
                </c:pt>
                <c:pt idx="68" formatCode="General">
                  <c:v>0.68</c:v>
                </c:pt>
                <c:pt idx="69" formatCode="General">
                  <c:v>0.69</c:v>
                </c:pt>
                <c:pt idx="70" formatCode="General">
                  <c:v>0.7</c:v>
                </c:pt>
                <c:pt idx="71" formatCode="General">
                  <c:v>0.71</c:v>
                </c:pt>
                <c:pt idx="72" formatCode="General">
                  <c:v>0.72</c:v>
                </c:pt>
                <c:pt idx="73" formatCode="General">
                  <c:v>0.73</c:v>
                </c:pt>
                <c:pt idx="74" formatCode="General">
                  <c:v>0.74</c:v>
                </c:pt>
                <c:pt idx="75" formatCode="General">
                  <c:v>0.75</c:v>
                </c:pt>
                <c:pt idx="76" formatCode="General">
                  <c:v>0.76</c:v>
                </c:pt>
                <c:pt idx="77" formatCode="General">
                  <c:v>0.77</c:v>
                </c:pt>
                <c:pt idx="78" formatCode="General">
                  <c:v>0.78</c:v>
                </c:pt>
                <c:pt idx="79" formatCode="General">
                  <c:v>0.79</c:v>
                </c:pt>
                <c:pt idx="80" formatCode="General">
                  <c:v>0.8</c:v>
                </c:pt>
                <c:pt idx="81" formatCode="General">
                  <c:v>0.81</c:v>
                </c:pt>
                <c:pt idx="82" formatCode="General">
                  <c:v>0.82</c:v>
                </c:pt>
                <c:pt idx="83" formatCode="General">
                  <c:v>0.83</c:v>
                </c:pt>
                <c:pt idx="84" formatCode="General">
                  <c:v>0.84</c:v>
                </c:pt>
                <c:pt idx="85" formatCode="General">
                  <c:v>0.85</c:v>
                </c:pt>
                <c:pt idx="86" formatCode="General">
                  <c:v>0.86</c:v>
                </c:pt>
                <c:pt idx="87" formatCode="General">
                  <c:v>0.87</c:v>
                </c:pt>
                <c:pt idx="88" formatCode="General">
                  <c:v>0.88</c:v>
                </c:pt>
                <c:pt idx="89" formatCode="General">
                  <c:v>0.89</c:v>
                </c:pt>
                <c:pt idx="90" formatCode="General">
                  <c:v>0.9</c:v>
                </c:pt>
                <c:pt idx="91" formatCode="General">
                  <c:v>0.91</c:v>
                </c:pt>
                <c:pt idx="92" formatCode="General">
                  <c:v>0.92</c:v>
                </c:pt>
                <c:pt idx="93" formatCode="General">
                  <c:v>0.93</c:v>
                </c:pt>
                <c:pt idx="94" formatCode="General">
                  <c:v>0.94</c:v>
                </c:pt>
                <c:pt idx="95" formatCode="General">
                  <c:v>0.95</c:v>
                </c:pt>
                <c:pt idx="96" formatCode="General">
                  <c:v>0.96</c:v>
                </c:pt>
                <c:pt idx="97" formatCode="General">
                  <c:v>0.97</c:v>
                </c:pt>
                <c:pt idx="98" formatCode="General">
                  <c:v>0.98</c:v>
                </c:pt>
                <c:pt idx="99" formatCode="General">
                  <c:v>0.99</c:v>
                </c:pt>
                <c:pt idx="100" formatCode="General">
                  <c:v>1</c:v>
                </c:pt>
                <c:pt idx="101" formatCode="General">
                  <c:v>1.01</c:v>
                </c:pt>
                <c:pt idx="102" formatCode="General">
                  <c:v>1.02</c:v>
                </c:pt>
                <c:pt idx="103" formatCode="General">
                  <c:v>1.03</c:v>
                </c:pt>
                <c:pt idx="104" formatCode="General">
                  <c:v>1.04</c:v>
                </c:pt>
                <c:pt idx="105" formatCode="General">
                  <c:v>1.05</c:v>
                </c:pt>
                <c:pt idx="106" formatCode="General">
                  <c:v>1.06</c:v>
                </c:pt>
                <c:pt idx="107" formatCode="General">
                  <c:v>1.07</c:v>
                </c:pt>
                <c:pt idx="108" formatCode="General">
                  <c:v>1.08</c:v>
                </c:pt>
                <c:pt idx="109" formatCode="General">
                  <c:v>1.0900000000000001</c:v>
                </c:pt>
                <c:pt idx="110" formatCode="General">
                  <c:v>1.1000000000000001</c:v>
                </c:pt>
                <c:pt idx="111" formatCode="General">
                  <c:v>1.1100000000000001</c:v>
                </c:pt>
                <c:pt idx="112" formatCode="General">
                  <c:v>1.1200000000000001</c:v>
                </c:pt>
                <c:pt idx="113" formatCode="General">
                  <c:v>1.1299999999999999</c:v>
                </c:pt>
                <c:pt idx="114" formatCode="General">
                  <c:v>1.1399999999999999</c:v>
                </c:pt>
                <c:pt idx="115" formatCode="General">
                  <c:v>1.1499999999999999</c:v>
                </c:pt>
                <c:pt idx="116" formatCode="General">
                  <c:v>1.1599999999999999</c:v>
                </c:pt>
                <c:pt idx="117" formatCode="General">
                  <c:v>1.17</c:v>
                </c:pt>
                <c:pt idx="118" formatCode="General">
                  <c:v>1.18</c:v>
                </c:pt>
                <c:pt idx="119" formatCode="General">
                  <c:v>1.19</c:v>
                </c:pt>
                <c:pt idx="120" formatCode="General">
                  <c:v>1.2</c:v>
                </c:pt>
                <c:pt idx="121" formatCode="General">
                  <c:v>1.21</c:v>
                </c:pt>
                <c:pt idx="122" formatCode="General">
                  <c:v>1.22</c:v>
                </c:pt>
                <c:pt idx="123" formatCode="General">
                  <c:v>1.23</c:v>
                </c:pt>
                <c:pt idx="124" formatCode="General">
                  <c:v>1.24</c:v>
                </c:pt>
                <c:pt idx="125" formatCode="General">
                  <c:v>1.25</c:v>
                </c:pt>
                <c:pt idx="126" formatCode="General">
                  <c:v>1.26</c:v>
                </c:pt>
                <c:pt idx="127" formatCode="General">
                  <c:v>1.27</c:v>
                </c:pt>
                <c:pt idx="128" formatCode="General">
                  <c:v>1.28</c:v>
                </c:pt>
                <c:pt idx="129" formatCode="General">
                  <c:v>1.29</c:v>
                </c:pt>
                <c:pt idx="130" formatCode="General">
                  <c:v>1.3</c:v>
                </c:pt>
                <c:pt idx="131" formatCode="General">
                  <c:v>1.31</c:v>
                </c:pt>
                <c:pt idx="132" formatCode="General">
                  <c:v>1.32</c:v>
                </c:pt>
                <c:pt idx="133" formatCode="General">
                  <c:v>1.33</c:v>
                </c:pt>
                <c:pt idx="134" formatCode="General">
                  <c:v>1.34</c:v>
                </c:pt>
                <c:pt idx="135" formatCode="General">
                  <c:v>1.35</c:v>
                </c:pt>
                <c:pt idx="136" formatCode="General">
                  <c:v>1.36</c:v>
                </c:pt>
                <c:pt idx="137" formatCode="General">
                  <c:v>1.37</c:v>
                </c:pt>
                <c:pt idx="138" formatCode="General">
                  <c:v>1.38</c:v>
                </c:pt>
                <c:pt idx="139" formatCode="General">
                  <c:v>1.39</c:v>
                </c:pt>
                <c:pt idx="140" formatCode="General">
                  <c:v>1.4</c:v>
                </c:pt>
                <c:pt idx="141" formatCode="General">
                  <c:v>1.41</c:v>
                </c:pt>
                <c:pt idx="142" formatCode="General">
                  <c:v>1.42</c:v>
                </c:pt>
                <c:pt idx="143" formatCode="General">
                  <c:v>1.43</c:v>
                </c:pt>
                <c:pt idx="144" formatCode="General">
                  <c:v>1.44</c:v>
                </c:pt>
                <c:pt idx="145" formatCode="General">
                  <c:v>1.45</c:v>
                </c:pt>
                <c:pt idx="146" formatCode="General">
                  <c:v>1.46</c:v>
                </c:pt>
                <c:pt idx="147" formatCode="General">
                  <c:v>1.47</c:v>
                </c:pt>
                <c:pt idx="148" formatCode="General">
                  <c:v>1.48</c:v>
                </c:pt>
                <c:pt idx="149" formatCode="General">
                  <c:v>1.49</c:v>
                </c:pt>
                <c:pt idx="150" formatCode="General">
                  <c:v>1.5</c:v>
                </c:pt>
                <c:pt idx="151" formatCode="General">
                  <c:v>1.51</c:v>
                </c:pt>
                <c:pt idx="152" formatCode="General">
                  <c:v>1.52</c:v>
                </c:pt>
                <c:pt idx="153" formatCode="General">
                  <c:v>1.53</c:v>
                </c:pt>
                <c:pt idx="154" formatCode="General">
                  <c:v>1.54</c:v>
                </c:pt>
                <c:pt idx="155" formatCode="General">
                  <c:v>1.55</c:v>
                </c:pt>
                <c:pt idx="156" formatCode="General">
                  <c:v>1.56</c:v>
                </c:pt>
                <c:pt idx="157" formatCode="General">
                  <c:v>1.57</c:v>
                </c:pt>
                <c:pt idx="158" formatCode="General">
                  <c:v>1.58</c:v>
                </c:pt>
                <c:pt idx="159" formatCode="General">
                  <c:v>1.59</c:v>
                </c:pt>
                <c:pt idx="160" formatCode="General">
                  <c:v>1.6</c:v>
                </c:pt>
                <c:pt idx="161" formatCode="General">
                  <c:v>1.61</c:v>
                </c:pt>
                <c:pt idx="162" formatCode="General">
                  <c:v>1.62</c:v>
                </c:pt>
                <c:pt idx="163" formatCode="General">
                  <c:v>1.63</c:v>
                </c:pt>
                <c:pt idx="164" formatCode="General">
                  <c:v>1.64</c:v>
                </c:pt>
                <c:pt idx="165" formatCode="General">
                  <c:v>1.65</c:v>
                </c:pt>
                <c:pt idx="166" formatCode="General">
                  <c:v>1.66</c:v>
                </c:pt>
                <c:pt idx="167" formatCode="General">
                  <c:v>1.67</c:v>
                </c:pt>
                <c:pt idx="168" formatCode="General">
                  <c:v>1.68</c:v>
                </c:pt>
                <c:pt idx="169" formatCode="General">
                  <c:v>1.69</c:v>
                </c:pt>
                <c:pt idx="170" formatCode="General">
                  <c:v>1.7</c:v>
                </c:pt>
                <c:pt idx="171" formatCode="General">
                  <c:v>1.71</c:v>
                </c:pt>
                <c:pt idx="172" formatCode="General">
                  <c:v>1.72</c:v>
                </c:pt>
                <c:pt idx="173" formatCode="General">
                  <c:v>1.73</c:v>
                </c:pt>
                <c:pt idx="174" formatCode="General">
                  <c:v>1.74</c:v>
                </c:pt>
                <c:pt idx="175" formatCode="General">
                  <c:v>1.75</c:v>
                </c:pt>
                <c:pt idx="176" formatCode="General">
                  <c:v>1.76</c:v>
                </c:pt>
                <c:pt idx="177" formatCode="General">
                  <c:v>1.77</c:v>
                </c:pt>
                <c:pt idx="178" formatCode="General">
                  <c:v>1.78</c:v>
                </c:pt>
                <c:pt idx="179" formatCode="General">
                  <c:v>1.79</c:v>
                </c:pt>
                <c:pt idx="180" formatCode="General">
                  <c:v>1.8</c:v>
                </c:pt>
                <c:pt idx="181" formatCode="General">
                  <c:v>1.81</c:v>
                </c:pt>
                <c:pt idx="182" formatCode="General">
                  <c:v>1.82</c:v>
                </c:pt>
                <c:pt idx="183" formatCode="General">
                  <c:v>1.83</c:v>
                </c:pt>
                <c:pt idx="184" formatCode="General">
                  <c:v>1.84</c:v>
                </c:pt>
                <c:pt idx="185" formatCode="General">
                  <c:v>1.85</c:v>
                </c:pt>
                <c:pt idx="186" formatCode="General">
                  <c:v>1.86</c:v>
                </c:pt>
                <c:pt idx="187" formatCode="General">
                  <c:v>1.87</c:v>
                </c:pt>
                <c:pt idx="188" formatCode="General">
                  <c:v>1.88</c:v>
                </c:pt>
                <c:pt idx="189" formatCode="General">
                  <c:v>1.89</c:v>
                </c:pt>
                <c:pt idx="190" formatCode="General">
                  <c:v>1.9</c:v>
                </c:pt>
                <c:pt idx="191" formatCode="General">
                  <c:v>1.91</c:v>
                </c:pt>
                <c:pt idx="192" formatCode="General">
                  <c:v>1.92</c:v>
                </c:pt>
                <c:pt idx="193" formatCode="General">
                  <c:v>1.93</c:v>
                </c:pt>
                <c:pt idx="194" formatCode="General">
                  <c:v>1.94</c:v>
                </c:pt>
                <c:pt idx="195" formatCode="General">
                  <c:v>1.95</c:v>
                </c:pt>
                <c:pt idx="196" formatCode="General">
                  <c:v>1.96</c:v>
                </c:pt>
                <c:pt idx="197" formatCode="General">
                  <c:v>1.97</c:v>
                </c:pt>
                <c:pt idx="198" formatCode="General">
                  <c:v>1.98</c:v>
                </c:pt>
                <c:pt idx="199" formatCode="General">
                  <c:v>1.99</c:v>
                </c:pt>
                <c:pt idx="200" formatCode="General">
                  <c:v>2</c:v>
                </c:pt>
                <c:pt idx="201" formatCode="General">
                  <c:v>2.0099999999999998</c:v>
                </c:pt>
                <c:pt idx="202" formatCode="General">
                  <c:v>2.02</c:v>
                </c:pt>
                <c:pt idx="203" formatCode="General">
                  <c:v>2.0299999999999998</c:v>
                </c:pt>
                <c:pt idx="204" formatCode="General">
                  <c:v>2.04</c:v>
                </c:pt>
                <c:pt idx="205" formatCode="General">
                  <c:v>2.0499999999999998</c:v>
                </c:pt>
                <c:pt idx="206" formatCode="General">
                  <c:v>2.06</c:v>
                </c:pt>
                <c:pt idx="207" formatCode="General">
                  <c:v>2.0699999999999901</c:v>
                </c:pt>
                <c:pt idx="208" formatCode="General">
                  <c:v>2.0799999999999899</c:v>
                </c:pt>
                <c:pt idx="209" formatCode="General">
                  <c:v>2.0899999999999901</c:v>
                </c:pt>
                <c:pt idx="210" formatCode="General">
                  <c:v>2.0999999999999899</c:v>
                </c:pt>
                <c:pt idx="211" formatCode="General">
                  <c:v>2.1099999999999901</c:v>
                </c:pt>
                <c:pt idx="212" formatCode="General">
                  <c:v>2.1199999999999899</c:v>
                </c:pt>
                <c:pt idx="213" formatCode="General">
                  <c:v>2.1299999999999901</c:v>
                </c:pt>
                <c:pt idx="214" formatCode="General">
                  <c:v>2.1399999999999899</c:v>
                </c:pt>
                <c:pt idx="215" formatCode="General">
                  <c:v>2.1499999999999901</c:v>
                </c:pt>
                <c:pt idx="216" formatCode="General">
                  <c:v>2.1599999999999899</c:v>
                </c:pt>
                <c:pt idx="217" formatCode="General">
                  <c:v>2.1699999999999902</c:v>
                </c:pt>
                <c:pt idx="218" formatCode="General">
                  <c:v>2.1799999999999899</c:v>
                </c:pt>
                <c:pt idx="219" formatCode="General">
                  <c:v>2.1899999999999902</c:v>
                </c:pt>
                <c:pt idx="220" formatCode="General">
                  <c:v>2.19999999999999</c:v>
                </c:pt>
                <c:pt idx="221" formatCode="General">
                  <c:v>2.2099999999999902</c:v>
                </c:pt>
                <c:pt idx="222" formatCode="General">
                  <c:v>2.21999999999999</c:v>
                </c:pt>
                <c:pt idx="223" formatCode="General">
                  <c:v>2.2299999999999902</c:v>
                </c:pt>
                <c:pt idx="224" formatCode="General">
                  <c:v>2.23999999999999</c:v>
                </c:pt>
                <c:pt idx="225" formatCode="General">
                  <c:v>2.2499999999999898</c:v>
                </c:pt>
                <c:pt idx="226" formatCode="General">
                  <c:v>2.25999999999999</c:v>
                </c:pt>
                <c:pt idx="227" formatCode="General">
                  <c:v>2.2699999999999898</c:v>
                </c:pt>
                <c:pt idx="228" formatCode="General">
                  <c:v>2.27999999999999</c:v>
                </c:pt>
                <c:pt idx="229" formatCode="General">
                  <c:v>2.2899999999999898</c:v>
                </c:pt>
                <c:pt idx="230" formatCode="General">
                  <c:v>2.2999999999999901</c:v>
                </c:pt>
                <c:pt idx="231" formatCode="General">
                  <c:v>2.3099999999999898</c:v>
                </c:pt>
                <c:pt idx="232" formatCode="General">
                  <c:v>2.3199999999999901</c:v>
                </c:pt>
                <c:pt idx="233" formatCode="General">
                  <c:v>2.3299999999999899</c:v>
                </c:pt>
                <c:pt idx="234" formatCode="General">
                  <c:v>2.3399999999999901</c:v>
                </c:pt>
                <c:pt idx="235" formatCode="General">
                  <c:v>2.3499999999999899</c:v>
                </c:pt>
                <c:pt idx="236" formatCode="General">
                  <c:v>2.3599999999999901</c:v>
                </c:pt>
                <c:pt idx="237" formatCode="General">
                  <c:v>2.3699999999999899</c:v>
                </c:pt>
                <c:pt idx="238" formatCode="General">
                  <c:v>2.3799999999999901</c:v>
                </c:pt>
                <c:pt idx="239" formatCode="General">
                  <c:v>2.3899999999999899</c:v>
                </c:pt>
                <c:pt idx="240" formatCode="General">
                  <c:v>2.3999999999999901</c:v>
                </c:pt>
                <c:pt idx="241" formatCode="General">
                  <c:v>2.4099999999999899</c:v>
                </c:pt>
                <c:pt idx="242" formatCode="General">
                  <c:v>2.4199999999999902</c:v>
                </c:pt>
                <c:pt idx="243" formatCode="General">
                  <c:v>2.4299999999999899</c:v>
                </c:pt>
                <c:pt idx="244" formatCode="General">
                  <c:v>2.4399999999999902</c:v>
                </c:pt>
                <c:pt idx="245" formatCode="General">
                  <c:v>2.44999999999999</c:v>
                </c:pt>
                <c:pt idx="246" formatCode="General">
                  <c:v>2.4599999999999902</c:v>
                </c:pt>
                <c:pt idx="247" formatCode="General">
                  <c:v>2.46999999999999</c:v>
                </c:pt>
                <c:pt idx="248" formatCode="General">
                  <c:v>2.4799999999999902</c:v>
                </c:pt>
                <c:pt idx="249" formatCode="General">
                  <c:v>2.48999999999999</c:v>
                </c:pt>
                <c:pt idx="250" formatCode="General">
                  <c:v>2.4999999999999898</c:v>
                </c:pt>
                <c:pt idx="251" formatCode="General">
                  <c:v>2.50999999999999</c:v>
                </c:pt>
                <c:pt idx="252" formatCode="General">
                  <c:v>2.5199999999999898</c:v>
                </c:pt>
                <c:pt idx="253" formatCode="General">
                  <c:v>2.52999999999999</c:v>
                </c:pt>
                <c:pt idx="254" formatCode="General">
                  <c:v>2.5399999999999801</c:v>
                </c:pt>
                <c:pt idx="255" formatCode="General">
                  <c:v>2.5499999999999798</c:v>
                </c:pt>
                <c:pt idx="256" formatCode="General">
                  <c:v>2.5599999999999801</c:v>
                </c:pt>
                <c:pt idx="257" formatCode="General">
                  <c:v>2.5699999999999799</c:v>
                </c:pt>
                <c:pt idx="258" formatCode="General">
                  <c:v>2.5799999999999801</c:v>
                </c:pt>
                <c:pt idx="259" formatCode="General">
                  <c:v>2.5899999999999799</c:v>
                </c:pt>
                <c:pt idx="260" formatCode="General">
                  <c:v>2.5999999999999801</c:v>
                </c:pt>
                <c:pt idx="261" formatCode="General">
                  <c:v>2.6099999999999799</c:v>
                </c:pt>
                <c:pt idx="262" formatCode="General">
                  <c:v>2.6199999999999801</c:v>
                </c:pt>
                <c:pt idx="263" formatCode="General">
                  <c:v>2.6299999999999799</c:v>
                </c:pt>
                <c:pt idx="264" formatCode="General">
                  <c:v>2.6399999999999801</c:v>
                </c:pt>
                <c:pt idx="265" formatCode="General">
                  <c:v>2.6499999999999799</c:v>
                </c:pt>
                <c:pt idx="266" formatCode="General">
                  <c:v>2.6599999999999802</c:v>
                </c:pt>
                <c:pt idx="267" formatCode="General">
                  <c:v>2.6699999999999799</c:v>
                </c:pt>
                <c:pt idx="268" formatCode="General">
                  <c:v>2.6799999999999802</c:v>
                </c:pt>
                <c:pt idx="269" formatCode="General">
                  <c:v>2.68999999999998</c:v>
                </c:pt>
                <c:pt idx="270" formatCode="General">
                  <c:v>2.6999999999999802</c:v>
                </c:pt>
                <c:pt idx="271" formatCode="General">
                  <c:v>2.70999999999998</c:v>
                </c:pt>
                <c:pt idx="272" formatCode="General">
                  <c:v>2.7199999999999802</c:v>
                </c:pt>
                <c:pt idx="273" formatCode="General">
                  <c:v>2.72999999999998</c:v>
                </c:pt>
                <c:pt idx="274" formatCode="General">
                  <c:v>2.7399999999999798</c:v>
                </c:pt>
                <c:pt idx="275" formatCode="General">
                  <c:v>2.74999999999998</c:v>
                </c:pt>
                <c:pt idx="276" formatCode="General">
                  <c:v>2.7599999999999798</c:v>
                </c:pt>
                <c:pt idx="277" formatCode="General">
                  <c:v>2.76999999999998</c:v>
                </c:pt>
                <c:pt idx="278" formatCode="General">
                  <c:v>2.7799999999999798</c:v>
                </c:pt>
                <c:pt idx="279" formatCode="General">
                  <c:v>2.7899999999999801</c:v>
                </c:pt>
                <c:pt idx="280" formatCode="General">
                  <c:v>2.7999999999999798</c:v>
                </c:pt>
                <c:pt idx="281" formatCode="General">
                  <c:v>2.8099999999999801</c:v>
                </c:pt>
                <c:pt idx="282" formatCode="General">
                  <c:v>2.8199999999999799</c:v>
                </c:pt>
                <c:pt idx="283" formatCode="General">
                  <c:v>2.8299999999999801</c:v>
                </c:pt>
                <c:pt idx="284" formatCode="General">
                  <c:v>2.8399999999999799</c:v>
                </c:pt>
                <c:pt idx="285" formatCode="General">
                  <c:v>2.8499999999999801</c:v>
                </c:pt>
                <c:pt idx="286" formatCode="General">
                  <c:v>2.8599999999999799</c:v>
                </c:pt>
                <c:pt idx="287" formatCode="General">
                  <c:v>2.8699999999999801</c:v>
                </c:pt>
                <c:pt idx="288" formatCode="General">
                  <c:v>2.8799999999999799</c:v>
                </c:pt>
                <c:pt idx="289" formatCode="General">
                  <c:v>2.8899999999999801</c:v>
                </c:pt>
                <c:pt idx="290" formatCode="General">
                  <c:v>2.8999999999999799</c:v>
                </c:pt>
                <c:pt idx="291" formatCode="General">
                  <c:v>2.9099999999999802</c:v>
                </c:pt>
                <c:pt idx="292" formatCode="General">
                  <c:v>2.9199999999999799</c:v>
                </c:pt>
                <c:pt idx="293" formatCode="General">
                  <c:v>2.9299999999999802</c:v>
                </c:pt>
                <c:pt idx="294" formatCode="General">
                  <c:v>2.93999999999998</c:v>
                </c:pt>
                <c:pt idx="295" formatCode="General">
                  <c:v>2.9499999999999802</c:v>
                </c:pt>
                <c:pt idx="296" formatCode="General">
                  <c:v>2.95999999999998</c:v>
                </c:pt>
                <c:pt idx="297" formatCode="General">
                  <c:v>2.9699999999999802</c:v>
                </c:pt>
                <c:pt idx="298" formatCode="General">
                  <c:v>2.97999999999998</c:v>
                </c:pt>
                <c:pt idx="299" formatCode="General">
                  <c:v>2.9899999999999798</c:v>
                </c:pt>
                <c:pt idx="300" formatCode="General">
                  <c:v>2.99999999999998</c:v>
                </c:pt>
                <c:pt idx="301" formatCode="General">
                  <c:v>3.00999999999997</c:v>
                </c:pt>
                <c:pt idx="302" formatCode="General">
                  <c:v>3.0199999999999698</c:v>
                </c:pt>
                <c:pt idx="303" formatCode="General">
                  <c:v>3.0299999999999701</c:v>
                </c:pt>
                <c:pt idx="304" formatCode="General">
                  <c:v>3.0399999999999698</c:v>
                </c:pt>
                <c:pt idx="305" formatCode="General">
                  <c:v>3.0499999999999701</c:v>
                </c:pt>
                <c:pt idx="306" formatCode="General">
                  <c:v>3.0599999999999699</c:v>
                </c:pt>
                <c:pt idx="307" formatCode="General">
                  <c:v>3.0699999999999701</c:v>
                </c:pt>
                <c:pt idx="308" formatCode="General">
                  <c:v>3.0799999999999699</c:v>
                </c:pt>
                <c:pt idx="309" formatCode="General">
                  <c:v>3.0899999999999701</c:v>
                </c:pt>
                <c:pt idx="310" formatCode="General">
                  <c:v>3.0999999999999699</c:v>
                </c:pt>
                <c:pt idx="311" formatCode="General">
                  <c:v>3.1099999999999701</c:v>
                </c:pt>
                <c:pt idx="312" formatCode="General">
                  <c:v>3.1199999999999699</c:v>
                </c:pt>
                <c:pt idx="313" formatCode="General">
                  <c:v>3.1299999999999701</c:v>
                </c:pt>
                <c:pt idx="314" formatCode="General">
                  <c:v>3.1399999999999699</c:v>
                </c:pt>
                <c:pt idx="315" formatCode="General">
                  <c:v>3.1499999999999702</c:v>
                </c:pt>
                <c:pt idx="316" formatCode="General">
                  <c:v>3.1599999999999699</c:v>
                </c:pt>
                <c:pt idx="317" formatCode="General">
                  <c:v>3.1699999999999702</c:v>
                </c:pt>
                <c:pt idx="318" formatCode="General">
                  <c:v>3.17999999999997</c:v>
                </c:pt>
                <c:pt idx="319" formatCode="General">
                  <c:v>3.1899999999999702</c:v>
                </c:pt>
                <c:pt idx="320" formatCode="General">
                  <c:v>3.19999999999997</c:v>
                </c:pt>
                <c:pt idx="321" formatCode="General">
                  <c:v>3.2099999999999702</c:v>
                </c:pt>
                <c:pt idx="322" formatCode="General">
                  <c:v>3.21999999999997</c:v>
                </c:pt>
                <c:pt idx="323" formatCode="General">
                  <c:v>3.2299999999999698</c:v>
                </c:pt>
                <c:pt idx="324" formatCode="General">
                  <c:v>3.23999999999997</c:v>
                </c:pt>
                <c:pt idx="325" formatCode="General">
                  <c:v>3.2499999999999698</c:v>
                </c:pt>
                <c:pt idx="326" formatCode="General">
                  <c:v>3.25999999999997</c:v>
                </c:pt>
                <c:pt idx="327" formatCode="General">
                  <c:v>3.2699999999999698</c:v>
                </c:pt>
                <c:pt idx="328" formatCode="General">
                  <c:v>3.2799999999999701</c:v>
                </c:pt>
                <c:pt idx="329" formatCode="General">
                  <c:v>3.2899999999999698</c:v>
                </c:pt>
                <c:pt idx="330" formatCode="General">
                  <c:v>3.2999999999999701</c:v>
                </c:pt>
                <c:pt idx="331" formatCode="General">
                  <c:v>3.3099999999999699</c:v>
                </c:pt>
                <c:pt idx="332" formatCode="General">
                  <c:v>3.3199999999999701</c:v>
                </c:pt>
                <c:pt idx="333" formatCode="General">
                  <c:v>3.3299999999999699</c:v>
                </c:pt>
                <c:pt idx="334" formatCode="General">
                  <c:v>3.3399999999999701</c:v>
                </c:pt>
                <c:pt idx="335" formatCode="General">
                  <c:v>3.3499999999999699</c:v>
                </c:pt>
                <c:pt idx="336" formatCode="General">
                  <c:v>3.3599999999999701</c:v>
                </c:pt>
                <c:pt idx="337" formatCode="General">
                  <c:v>3.3699999999999699</c:v>
                </c:pt>
                <c:pt idx="338" formatCode="General">
                  <c:v>3.3799999999999701</c:v>
                </c:pt>
                <c:pt idx="339" formatCode="General">
                  <c:v>3.3899999999999699</c:v>
                </c:pt>
                <c:pt idx="340" formatCode="General">
                  <c:v>3.3999999999999702</c:v>
                </c:pt>
                <c:pt idx="341" formatCode="General">
                  <c:v>3.4099999999999699</c:v>
                </c:pt>
                <c:pt idx="342" formatCode="General">
                  <c:v>3.4199999999999702</c:v>
                </c:pt>
                <c:pt idx="343" formatCode="General">
                  <c:v>3.42999999999997</c:v>
                </c:pt>
                <c:pt idx="344" formatCode="General">
                  <c:v>3.4399999999999702</c:v>
                </c:pt>
                <c:pt idx="345" formatCode="General">
                  <c:v>3.44999999999997</c:v>
                </c:pt>
                <c:pt idx="346" formatCode="General">
                  <c:v>3.4599999999999702</c:v>
                </c:pt>
                <c:pt idx="347" formatCode="General">
                  <c:v>3.46999999999997</c:v>
                </c:pt>
                <c:pt idx="348" formatCode="General">
                  <c:v>3.47999999999996</c:v>
                </c:pt>
                <c:pt idx="349" formatCode="General">
                  <c:v>3.4899999999999598</c:v>
                </c:pt>
                <c:pt idx="350" formatCode="General">
                  <c:v>3.49999999999996</c:v>
                </c:pt>
                <c:pt idx="351" formatCode="General">
                  <c:v>3.5099999999999598</c:v>
                </c:pt>
                <c:pt idx="352" formatCode="General">
                  <c:v>3.51999999999996</c:v>
                </c:pt>
                <c:pt idx="353" formatCode="General">
                  <c:v>3.5299999999999598</c:v>
                </c:pt>
                <c:pt idx="354" formatCode="General">
                  <c:v>3.5399999999999601</c:v>
                </c:pt>
                <c:pt idx="355" formatCode="General">
                  <c:v>3.5499999999999599</c:v>
                </c:pt>
                <c:pt idx="356" formatCode="General">
                  <c:v>3.5599999999999601</c:v>
                </c:pt>
                <c:pt idx="357" formatCode="General">
                  <c:v>3.5699999999999599</c:v>
                </c:pt>
                <c:pt idx="358" formatCode="General">
                  <c:v>3.5799999999999601</c:v>
                </c:pt>
                <c:pt idx="359" formatCode="General">
                  <c:v>3.5899999999999599</c:v>
                </c:pt>
                <c:pt idx="360" formatCode="General">
                  <c:v>3.5999999999999601</c:v>
                </c:pt>
                <c:pt idx="361" formatCode="General">
                  <c:v>3.6099999999999599</c:v>
                </c:pt>
                <c:pt idx="362" formatCode="General">
                  <c:v>3.6199999999999601</c:v>
                </c:pt>
                <c:pt idx="363" formatCode="General">
                  <c:v>3.6299999999999599</c:v>
                </c:pt>
                <c:pt idx="364" formatCode="General">
                  <c:v>3.6399999999999602</c:v>
                </c:pt>
                <c:pt idx="365" formatCode="General">
                  <c:v>3.6499999999999599</c:v>
                </c:pt>
                <c:pt idx="366" formatCode="General">
                  <c:v>3.6599999999999602</c:v>
                </c:pt>
                <c:pt idx="367" formatCode="General">
                  <c:v>3.66999999999996</c:v>
                </c:pt>
                <c:pt idx="368" formatCode="General">
                  <c:v>3.6799999999999602</c:v>
                </c:pt>
                <c:pt idx="369" formatCode="General">
                  <c:v>3.68999999999996</c:v>
                </c:pt>
                <c:pt idx="370" formatCode="General">
                  <c:v>3.6999999999999602</c:v>
                </c:pt>
                <c:pt idx="371" formatCode="General">
                  <c:v>3.70999999999996</c:v>
                </c:pt>
                <c:pt idx="372" formatCode="General">
                  <c:v>3.7199999999999598</c:v>
                </c:pt>
                <c:pt idx="373" formatCode="General">
                  <c:v>3.72999999999996</c:v>
                </c:pt>
                <c:pt idx="374" formatCode="General">
                  <c:v>3.7399999999999598</c:v>
                </c:pt>
                <c:pt idx="375" formatCode="General">
                  <c:v>3.74999999999996</c:v>
                </c:pt>
                <c:pt idx="376" formatCode="General">
                  <c:v>3.7599999999999598</c:v>
                </c:pt>
                <c:pt idx="377" formatCode="General">
                  <c:v>3.76999999999996</c:v>
                </c:pt>
                <c:pt idx="378" formatCode="General">
                  <c:v>3.7799999999999598</c:v>
                </c:pt>
                <c:pt idx="379" formatCode="General">
                  <c:v>3.7899999999999601</c:v>
                </c:pt>
                <c:pt idx="380" formatCode="General">
                  <c:v>3.7999999999999599</c:v>
                </c:pt>
                <c:pt idx="381" formatCode="General">
                  <c:v>3.8099999999999601</c:v>
                </c:pt>
                <c:pt idx="382" formatCode="General">
                  <c:v>3.8199999999999599</c:v>
                </c:pt>
                <c:pt idx="383" formatCode="General">
                  <c:v>3.8299999999999601</c:v>
                </c:pt>
                <c:pt idx="384" formatCode="General">
                  <c:v>3.8399999999999599</c:v>
                </c:pt>
                <c:pt idx="385" formatCode="General">
                  <c:v>3.8499999999999601</c:v>
                </c:pt>
                <c:pt idx="386" formatCode="General">
                  <c:v>3.8599999999999599</c:v>
                </c:pt>
                <c:pt idx="387" formatCode="General">
                  <c:v>3.8699999999999601</c:v>
                </c:pt>
                <c:pt idx="388" formatCode="General">
                  <c:v>3.8799999999999599</c:v>
                </c:pt>
                <c:pt idx="389" formatCode="General">
                  <c:v>3.8899999999999602</c:v>
                </c:pt>
                <c:pt idx="390" formatCode="General">
                  <c:v>3.8999999999999599</c:v>
                </c:pt>
                <c:pt idx="391" formatCode="General">
                  <c:v>3.9099999999999602</c:v>
                </c:pt>
                <c:pt idx="392" formatCode="General">
                  <c:v>3.91999999999996</c:v>
                </c:pt>
                <c:pt idx="393" formatCode="General">
                  <c:v>3.9299999999999602</c:v>
                </c:pt>
                <c:pt idx="394" formatCode="General">
                  <c:v>3.93999999999996</c:v>
                </c:pt>
                <c:pt idx="395" formatCode="General">
                  <c:v>3.94999999999995</c:v>
                </c:pt>
                <c:pt idx="396" formatCode="General">
                  <c:v>3.9599999999999498</c:v>
                </c:pt>
                <c:pt idx="397" formatCode="General">
                  <c:v>3.96999999999995</c:v>
                </c:pt>
                <c:pt idx="398" formatCode="General">
                  <c:v>3.9799999999999498</c:v>
                </c:pt>
                <c:pt idx="399" formatCode="General">
                  <c:v>3.98999999999995</c:v>
                </c:pt>
                <c:pt idx="400" formatCode="General">
                  <c:v>3.9999999999999498</c:v>
                </c:pt>
                <c:pt idx="401" formatCode="General">
                  <c:v>4.00999999999995</c:v>
                </c:pt>
                <c:pt idx="402" formatCode="General">
                  <c:v>4.0199999999999498</c:v>
                </c:pt>
                <c:pt idx="403" formatCode="General">
                  <c:v>4.0299999999999496</c:v>
                </c:pt>
                <c:pt idx="404" formatCode="General">
                  <c:v>4.0399999999999503</c:v>
                </c:pt>
                <c:pt idx="405" formatCode="General">
                  <c:v>4.0499999999999501</c:v>
                </c:pt>
                <c:pt idx="406" formatCode="General">
                  <c:v>4.0599999999999499</c:v>
                </c:pt>
                <c:pt idx="407" formatCode="General">
                  <c:v>4.0699999999999497</c:v>
                </c:pt>
                <c:pt idx="408" formatCode="General">
                  <c:v>4.0799999999999503</c:v>
                </c:pt>
                <c:pt idx="409" formatCode="General">
                  <c:v>4.0899999999999501</c:v>
                </c:pt>
                <c:pt idx="410" formatCode="General">
                  <c:v>4.0999999999999499</c:v>
                </c:pt>
                <c:pt idx="411" formatCode="General">
                  <c:v>4.1099999999999497</c:v>
                </c:pt>
                <c:pt idx="412" formatCode="General">
                  <c:v>4.1199999999999504</c:v>
                </c:pt>
                <c:pt idx="413" formatCode="General">
                  <c:v>4.1299999999999502</c:v>
                </c:pt>
                <c:pt idx="414" formatCode="General">
                  <c:v>4.1399999999999499</c:v>
                </c:pt>
                <c:pt idx="415" formatCode="General">
                  <c:v>4.1499999999999497</c:v>
                </c:pt>
                <c:pt idx="416" formatCode="General">
                  <c:v>4.1599999999999504</c:v>
                </c:pt>
                <c:pt idx="417" formatCode="General">
                  <c:v>4.1699999999999502</c:v>
                </c:pt>
                <c:pt idx="418" formatCode="General">
                  <c:v>4.17999999999995</c:v>
                </c:pt>
                <c:pt idx="419" formatCode="General">
                  <c:v>4.1899999999999498</c:v>
                </c:pt>
                <c:pt idx="420" formatCode="General">
                  <c:v>4.1999999999999504</c:v>
                </c:pt>
                <c:pt idx="421" formatCode="General">
                  <c:v>4.2099999999999502</c:v>
                </c:pt>
                <c:pt idx="422" formatCode="General">
                  <c:v>4.21999999999995</c:v>
                </c:pt>
                <c:pt idx="423" formatCode="General">
                  <c:v>4.2299999999999498</c:v>
                </c:pt>
                <c:pt idx="424" formatCode="General">
                  <c:v>4.2399999999999496</c:v>
                </c:pt>
                <c:pt idx="425" formatCode="General">
                  <c:v>4.2499999999999503</c:v>
                </c:pt>
                <c:pt idx="426" formatCode="General">
                  <c:v>4.25999999999995</c:v>
                </c:pt>
                <c:pt idx="427" formatCode="General">
                  <c:v>4.2699999999999498</c:v>
                </c:pt>
                <c:pt idx="428" formatCode="General">
                  <c:v>4.2799999999999496</c:v>
                </c:pt>
                <c:pt idx="429" formatCode="General">
                  <c:v>4.2899999999999503</c:v>
                </c:pt>
                <c:pt idx="430" formatCode="General">
                  <c:v>4.2999999999999501</c:v>
                </c:pt>
                <c:pt idx="431" formatCode="General">
                  <c:v>4.3099999999999499</c:v>
                </c:pt>
                <c:pt idx="432" formatCode="General">
                  <c:v>4.3199999999999497</c:v>
                </c:pt>
                <c:pt idx="433" formatCode="General">
                  <c:v>4.3299999999999503</c:v>
                </c:pt>
                <c:pt idx="434" formatCode="General">
                  <c:v>4.3399999999999501</c:v>
                </c:pt>
                <c:pt idx="435" formatCode="General">
                  <c:v>4.3499999999999499</c:v>
                </c:pt>
                <c:pt idx="436" formatCode="General">
                  <c:v>4.3599999999999497</c:v>
                </c:pt>
                <c:pt idx="437" formatCode="General">
                  <c:v>4.3699999999999504</c:v>
                </c:pt>
                <c:pt idx="438" formatCode="General">
                  <c:v>4.3799999999999502</c:v>
                </c:pt>
                <c:pt idx="439" formatCode="General">
                  <c:v>4.3899999999999499</c:v>
                </c:pt>
                <c:pt idx="440" formatCode="General">
                  <c:v>4.3999999999999497</c:v>
                </c:pt>
                <c:pt idx="441" formatCode="General">
                  <c:v>4.4099999999999504</c:v>
                </c:pt>
                <c:pt idx="442" formatCode="General">
                  <c:v>4.4199999999999502</c:v>
                </c:pt>
                <c:pt idx="443" formatCode="General">
                  <c:v>4.42999999999995</c:v>
                </c:pt>
                <c:pt idx="444" formatCode="General">
                  <c:v>4.43999999999994</c:v>
                </c:pt>
                <c:pt idx="445" formatCode="General">
                  <c:v>4.4499999999999398</c:v>
                </c:pt>
                <c:pt idx="446" formatCode="General">
                  <c:v>4.4599999999999396</c:v>
                </c:pt>
                <c:pt idx="447" formatCode="General">
                  <c:v>4.4699999999999402</c:v>
                </c:pt>
                <c:pt idx="448" formatCode="General">
                  <c:v>4.47999999999994</c:v>
                </c:pt>
                <c:pt idx="449" formatCode="General">
                  <c:v>4.4899999999999398</c:v>
                </c:pt>
                <c:pt idx="450" formatCode="General">
                  <c:v>4.4999999999999396</c:v>
                </c:pt>
                <c:pt idx="451" formatCode="General">
                  <c:v>4.5099999999999403</c:v>
                </c:pt>
                <c:pt idx="452" formatCode="General">
                  <c:v>4.5199999999999401</c:v>
                </c:pt>
                <c:pt idx="453" formatCode="General">
                  <c:v>4.5299999999999399</c:v>
                </c:pt>
                <c:pt idx="454" formatCode="General">
                  <c:v>4.5399999999999396</c:v>
                </c:pt>
                <c:pt idx="455" formatCode="General">
                  <c:v>4.5499999999999403</c:v>
                </c:pt>
                <c:pt idx="456" formatCode="General">
                  <c:v>4.5599999999999401</c:v>
                </c:pt>
                <c:pt idx="457" formatCode="General">
                  <c:v>4.5699999999999399</c:v>
                </c:pt>
                <c:pt idx="458" formatCode="General">
                  <c:v>4.5799999999999397</c:v>
                </c:pt>
                <c:pt idx="459" formatCode="General">
                  <c:v>4.5899999999999403</c:v>
                </c:pt>
                <c:pt idx="460" formatCode="General">
                  <c:v>4.5999999999999401</c:v>
                </c:pt>
                <c:pt idx="461" formatCode="General">
                  <c:v>4.6099999999999399</c:v>
                </c:pt>
                <c:pt idx="462" formatCode="General">
                  <c:v>4.6199999999999397</c:v>
                </c:pt>
                <c:pt idx="463" formatCode="General">
                  <c:v>4.6299999999999404</c:v>
                </c:pt>
                <c:pt idx="464" formatCode="General">
                  <c:v>4.6399999999999402</c:v>
                </c:pt>
                <c:pt idx="465" formatCode="General">
                  <c:v>4.64999999999994</c:v>
                </c:pt>
                <c:pt idx="466" formatCode="General">
                  <c:v>4.6599999999999397</c:v>
                </c:pt>
                <c:pt idx="467" formatCode="General">
                  <c:v>4.6699999999999404</c:v>
                </c:pt>
                <c:pt idx="468" formatCode="General">
                  <c:v>4.6799999999999402</c:v>
                </c:pt>
                <c:pt idx="469" formatCode="General">
                  <c:v>4.68999999999994</c:v>
                </c:pt>
                <c:pt idx="470" formatCode="General">
                  <c:v>4.6999999999999398</c:v>
                </c:pt>
                <c:pt idx="471" formatCode="General">
                  <c:v>4.7099999999999396</c:v>
                </c:pt>
                <c:pt idx="472" formatCode="General">
                  <c:v>4.7199999999999402</c:v>
                </c:pt>
                <c:pt idx="473" formatCode="General">
                  <c:v>4.72999999999994</c:v>
                </c:pt>
                <c:pt idx="474" formatCode="General">
                  <c:v>4.7399999999999398</c:v>
                </c:pt>
                <c:pt idx="475" formatCode="General">
                  <c:v>4.7499999999999396</c:v>
                </c:pt>
                <c:pt idx="476" formatCode="General">
                  <c:v>4.7599999999999403</c:v>
                </c:pt>
                <c:pt idx="477" formatCode="General">
                  <c:v>4.7699999999999401</c:v>
                </c:pt>
                <c:pt idx="478" formatCode="General">
                  <c:v>4.7799999999999399</c:v>
                </c:pt>
                <c:pt idx="479" formatCode="General">
                  <c:v>4.7899999999999396</c:v>
                </c:pt>
                <c:pt idx="480" formatCode="General">
                  <c:v>4.7999999999999403</c:v>
                </c:pt>
                <c:pt idx="481" formatCode="General">
                  <c:v>4.8099999999999401</c:v>
                </c:pt>
                <c:pt idx="482" formatCode="General">
                  <c:v>4.8199999999999399</c:v>
                </c:pt>
                <c:pt idx="483" formatCode="General">
                  <c:v>4.8299999999999397</c:v>
                </c:pt>
                <c:pt idx="484" formatCode="General">
                  <c:v>4.8399999999999403</c:v>
                </c:pt>
                <c:pt idx="485" formatCode="General">
                  <c:v>4.8499999999999401</c:v>
                </c:pt>
                <c:pt idx="486" formatCode="General">
                  <c:v>4.8599999999999399</c:v>
                </c:pt>
                <c:pt idx="487" formatCode="General">
                  <c:v>4.8699999999999397</c:v>
                </c:pt>
                <c:pt idx="488" formatCode="General">
                  <c:v>4.8799999999999404</c:v>
                </c:pt>
                <c:pt idx="489" formatCode="General">
                  <c:v>4.8899999999999402</c:v>
                </c:pt>
                <c:pt idx="490" formatCode="General">
                  <c:v>4.89999999999994</c:v>
                </c:pt>
                <c:pt idx="491" formatCode="General">
                  <c:v>4.90999999999993</c:v>
                </c:pt>
                <c:pt idx="492" formatCode="General">
                  <c:v>4.9199999999999298</c:v>
                </c:pt>
                <c:pt idx="493" formatCode="General">
                  <c:v>4.9299999999999304</c:v>
                </c:pt>
                <c:pt idx="494" formatCode="General">
                  <c:v>4.9399999999999302</c:v>
                </c:pt>
                <c:pt idx="495" formatCode="General">
                  <c:v>4.94999999999993</c:v>
                </c:pt>
                <c:pt idx="496" formatCode="General">
                  <c:v>4.9599999999999298</c:v>
                </c:pt>
                <c:pt idx="497" formatCode="General">
                  <c:v>4.9699999999999296</c:v>
                </c:pt>
                <c:pt idx="498" formatCode="General">
                  <c:v>4.9799999999999303</c:v>
                </c:pt>
                <c:pt idx="499" formatCode="General">
                  <c:v>4.98999999999993</c:v>
                </c:pt>
                <c:pt idx="500" formatCode="General">
                  <c:v>4.9999999999999298</c:v>
                </c:pt>
                <c:pt idx="501" formatCode="General">
                  <c:v>5.0099999999999296</c:v>
                </c:pt>
              </c:numCache>
            </c:numRef>
          </c:xVal>
          <c:yVal>
            <c:numRef>
              <c:f>'-5.0'!$D$2:$D$503</c:f>
              <c:numCache>
                <c:formatCode>General</c:formatCode>
                <c:ptCount val="502"/>
                <c:pt idx="0">
                  <c:v>72.304421082756903</c:v>
                </c:pt>
                <c:pt idx="1">
                  <c:v>72.304420298495302</c:v>
                </c:pt>
                <c:pt idx="2">
                  <c:v>72.304417951169199</c:v>
                </c:pt>
                <c:pt idx="3">
                  <c:v>72.304414049014596</c:v>
                </c:pt>
                <c:pt idx="4">
                  <c:v>72.304408600328799</c:v>
                </c:pt>
                <c:pt idx="5">
                  <c:v>72.304401613469395</c:v>
                </c:pt>
                <c:pt idx="6">
                  <c:v>72.304393096852195</c:v>
                </c:pt>
                <c:pt idx="7">
                  <c:v>72.304383058950094</c:v>
                </c:pt>
                <c:pt idx="8">
                  <c:v>72.304371508291197</c:v>
                </c:pt>
                <c:pt idx="9">
                  <c:v>72.304358453457397</c:v>
                </c:pt>
                <c:pt idx="10">
                  <c:v>72.304343903082895</c:v>
                </c:pt>
                <c:pt idx="11">
                  <c:v>72.3043278658525</c:v>
                </c:pt>
                <c:pt idx="12">
                  <c:v>72.304310350500401</c:v>
                </c:pt>
                <c:pt idx="13">
                  <c:v>72.304291365808396</c:v>
                </c:pt>
                <c:pt idx="14">
                  <c:v>72.304270920604495</c:v>
                </c:pt>
                <c:pt idx="15">
                  <c:v>72.304249023761599</c:v>
                </c:pt>
                <c:pt idx="16">
                  <c:v>72.3042256841957</c:v>
                </c:pt>
                <c:pt idx="17">
                  <c:v>72.304200910864907</c:v>
                </c:pt>
                <c:pt idx="18">
                  <c:v>72.304174712767505</c:v>
                </c:pt>
                <c:pt idx="19">
                  <c:v>72.304147098941002</c:v>
                </c:pt>
                <c:pt idx="20">
                  <c:v>72.304118078460405</c:v>
                </c:pt>
                <c:pt idx="21">
                  <c:v>72.304087660436807</c:v>
                </c:pt>
                <c:pt idx="22">
                  <c:v>72.304055854016497</c:v>
                </c:pt>
                <c:pt idx="23">
                  <c:v>72.304022668378707</c:v>
                </c:pt>
                <c:pt idx="24">
                  <c:v>72.303988112735198</c:v>
                </c:pt>
                <c:pt idx="25">
                  <c:v>72.303952196328297</c:v>
                </c:pt>
                <c:pt idx="26">
                  <c:v>72.303914928429805</c:v>
                </c:pt>
                <c:pt idx="27">
                  <c:v>72.303876318339505</c:v>
                </c:pt>
                <c:pt idx="28">
                  <c:v>72.303836375383995</c:v>
                </c:pt>
                <c:pt idx="29">
                  <c:v>72.303795108915693</c:v>
                </c:pt>
                <c:pt idx="30">
                  <c:v>72.303752528310895</c:v>
                </c:pt>
                <c:pt idx="31">
                  <c:v>72.3037086429689</c:v>
                </c:pt>
                <c:pt idx="32">
                  <c:v>72.303663462310794</c:v>
                </c:pt>
                <c:pt idx="33">
                  <c:v>72.3036169957781</c:v>
                </c:pt>
                <c:pt idx="34">
                  <c:v>72.303569252831593</c:v>
                </c:pt>
                <c:pt idx="35">
                  <c:v>72.303520242949901</c:v>
                </c:pt>
                <c:pt idx="36">
                  <c:v>72.303469975628701</c:v>
                </c:pt>
                <c:pt idx="37">
                  <c:v>72.303418460379106</c:v>
                </c:pt>
                <c:pt idx="38">
                  <c:v>72.303365706726694</c:v>
                </c:pt>
                <c:pt idx="39">
                  <c:v>72.303311724210303</c:v>
                </c:pt>
                <c:pt idx="40">
                  <c:v>72.303256522380806</c:v>
                </c:pt>
                <c:pt idx="41">
                  <c:v>72.303200110800205</c:v>
                </c:pt>
                <c:pt idx="42">
                  <c:v>72.303142499040206</c:v>
                </c:pt>
                <c:pt idx="43">
                  <c:v>72.303083696681298</c:v>
                </c:pt>
                <c:pt idx="44">
                  <c:v>72.303023713311404</c:v>
                </c:pt>
                <c:pt idx="45">
                  <c:v>72.302962558525095</c:v>
                </c:pt>
                <c:pt idx="46">
                  <c:v>72.302900241922401</c:v>
                </c:pt>
                <c:pt idx="47">
                  <c:v>72.3028367731076</c:v>
                </c:pt>
                <c:pt idx="48">
                  <c:v>72.302772161688395</c:v>
                </c:pt>
                <c:pt idx="49">
                  <c:v>72.302706417274507</c:v>
                </c:pt>
                <c:pt idx="50">
                  <c:v>72.302639549477107</c:v>
                </c:pt>
                <c:pt idx="51">
                  <c:v>72.302571567907506</c:v>
                </c:pt>
                <c:pt idx="52">
                  <c:v>72.302502482175996</c:v>
                </c:pt>
                <c:pt idx="53">
                  <c:v>72.3024323018914</c:v>
                </c:pt>
                <c:pt idx="54">
                  <c:v>72.302361036659505</c:v>
                </c:pt>
                <c:pt idx="55">
                  <c:v>72.3022886960824</c:v>
                </c:pt>
                <c:pt idx="56">
                  <c:v>72.302215289757299</c:v>
                </c:pt>
                <c:pt idx="57">
                  <c:v>72.302140827275906</c:v>
                </c:pt>
                <c:pt idx="58">
                  <c:v>72.302065318223299</c:v>
                </c:pt>
                <c:pt idx="59">
                  <c:v>72.301988772176699</c:v>
                </c:pt>
                <c:pt idx="60">
                  <c:v>72.301911198705398</c:v>
                </c:pt>
                <c:pt idx="61">
                  <c:v>72.301832607368695</c:v>
                </c:pt>
                <c:pt idx="62">
                  <c:v>72.301753007716101</c:v>
                </c:pt>
                <c:pt idx="63">
                  <c:v>72.3016724092857</c:v>
                </c:pt>
                <c:pt idx="64">
                  <c:v>72.301590821603696</c:v>
                </c:pt>
                <c:pt idx="65">
                  <c:v>72.301508254183403</c:v>
                </c:pt>
                <c:pt idx="66">
                  <c:v>72.301424716524195</c:v>
                </c:pt>
                <c:pt idx="67">
                  <c:v>72.301340218111307</c:v>
                </c:pt>
                <c:pt idx="68">
                  <c:v>72.301254768414196</c:v>
                </c:pt>
                <c:pt idx="69">
                  <c:v>72.301168376886395</c:v>
                </c:pt>
                <c:pt idx="70">
                  <c:v>72.301081052964093</c:v>
                </c:pt>
                <c:pt idx="71">
                  <c:v>72.300992806066105</c:v>
                </c:pt>
                <c:pt idx="72">
                  <c:v>72.300903645592399</c:v>
                </c:pt>
                <c:pt idx="73">
                  <c:v>72.300813580923801</c:v>
                </c:pt>
                <c:pt idx="74">
                  <c:v>72.300722621420704</c:v>
                </c:pt>
                <c:pt idx="75">
                  <c:v>72.300630776423006</c:v>
                </c:pt>
                <c:pt idx="76">
                  <c:v>72.300538055248893</c:v>
                </c:pt>
                <c:pt idx="77">
                  <c:v>72.300444467194296</c:v>
                </c:pt>
                <c:pt idx="78">
                  <c:v>72.300350021532097</c:v>
                </c:pt>
                <c:pt idx="79">
                  <c:v>72.300254727511302</c:v>
                </c:pt>
                <c:pt idx="80">
                  <c:v>72.300158594356802</c:v>
                </c:pt>
                <c:pt idx="81">
                  <c:v>72.300061631268093</c:v>
                </c:pt>
                <c:pt idx="82">
                  <c:v>72.299963847419207</c:v>
                </c:pt>
                <c:pt idx="83">
                  <c:v>72.299865251957499</c:v>
                </c:pt>
                <c:pt idx="84">
                  <c:v>72.299765854003397</c:v>
                </c:pt>
                <c:pt idx="85">
                  <c:v>72.299665662649502</c:v>
                </c:pt>
                <c:pt idx="86">
                  <c:v>72.299564686960096</c:v>
                </c:pt>
                <c:pt idx="87">
                  <c:v>72.299462935970496</c:v>
                </c:pt>
                <c:pt idx="88">
                  <c:v>72.299360418686504</c:v>
                </c:pt>
                <c:pt idx="89">
                  <c:v>72.299257144083697</c:v>
                </c:pt>
                <c:pt idx="90">
                  <c:v>72.299153121106897</c:v>
                </c:pt>
                <c:pt idx="91">
                  <c:v>72.299048358669495</c:v>
                </c:pt>
                <c:pt idx="92">
                  <c:v>72.298942865653004</c:v>
                </c:pt>
                <c:pt idx="93">
                  <c:v>72.298836650906694</c:v>
                </c:pt>
                <c:pt idx="94">
                  <c:v>72.298729723246396</c:v>
                </c:pt>
                <c:pt idx="95">
                  <c:v>72.298622091454803</c:v>
                </c:pt>
                <c:pt idx="96">
                  <c:v>72.298513764280102</c:v>
                </c:pt>
                <c:pt idx="97">
                  <c:v>72.298404750436205</c:v>
                </c:pt>
                <c:pt idx="98">
                  <c:v>72.298295058601695</c:v>
                </c:pt>
                <c:pt idx="99">
                  <c:v>72.2981846974197</c:v>
                </c:pt>
                <c:pt idx="100">
                  <c:v>72.298073675497093</c:v>
                </c:pt>
                <c:pt idx="101">
                  <c:v>72.297962001404201</c:v>
                </c:pt>
                <c:pt idx="102">
                  <c:v>72.297849683674301</c:v>
                </c:pt>
                <c:pt idx="103">
                  <c:v>72.297736730803095</c:v>
                </c:pt>
                <c:pt idx="104">
                  <c:v>72.297623151248303</c:v>
                </c:pt>
                <c:pt idx="105">
                  <c:v>72.297508953429201</c:v>
                </c:pt>
                <c:pt idx="106">
                  <c:v>72.297394145726201</c:v>
                </c:pt>
                <c:pt idx="107">
                  <c:v>72.297278736480607</c:v>
                </c:pt>
                <c:pt idx="108">
                  <c:v>72.297162733993702</c:v>
                </c:pt>
                <c:pt idx="109">
                  <c:v>72.297046146526796</c:v>
                </c:pt>
                <c:pt idx="110">
                  <c:v>72.296928982300798</c:v>
                </c:pt>
                <c:pt idx="111">
                  <c:v>72.296811249495505</c:v>
                </c:pt>
                <c:pt idx="112">
                  <c:v>72.296692956249402</c:v>
                </c:pt>
                <c:pt idx="113">
                  <c:v>72.296574110659606</c:v>
                </c:pt>
                <c:pt idx="114">
                  <c:v>72.296454720780801</c:v>
                </c:pt>
                <c:pt idx="115">
                  <c:v>72.296334794625693</c:v>
                </c:pt>
                <c:pt idx="116">
                  <c:v>72.2962143401639</c:v>
                </c:pt>
                <c:pt idx="117">
                  <c:v>72.296093365322093</c:v>
                </c:pt>
                <c:pt idx="118">
                  <c:v>72.295971877983703</c:v>
                </c:pt>
                <c:pt idx="119">
                  <c:v>72.295849885988204</c:v>
                </c:pt>
                <c:pt idx="120">
                  <c:v>72.295727397131003</c:v>
                </c:pt>
                <c:pt idx="121">
                  <c:v>72.295604419163396</c:v>
                </c:pt>
                <c:pt idx="122">
                  <c:v>72.295480959791902</c:v>
                </c:pt>
                <c:pt idx="123">
                  <c:v>72.295357026678104</c:v>
                </c:pt>
                <c:pt idx="124">
                  <c:v>72.295232627438196</c:v>
                </c:pt>
                <c:pt idx="125">
                  <c:v>72.295107769643195</c:v>
                </c:pt>
                <c:pt idx="126">
                  <c:v>72.294982460818105</c:v>
                </c:pt>
                <c:pt idx="127">
                  <c:v>72.294856708442097</c:v>
                </c:pt>
                <c:pt idx="128">
                  <c:v>72.294730519947905</c:v>
                </c:pt>
                <c:pt idx="129">
                  <c:v>72.294603902721903</c:v>
                </c:pt>
                <c:pt idx="130">
                  <c:v>72.294476864103601</c:v>
                </c:pt>
                <c:pt idx="131">
                  <c:v>72.294349411385596</c:v>
                </c:pt>
                <c:pt idx="132">
                  <c:v>72.294221551813195</c:v>
                </c:pt>
                <c:pt idx="133">
                  <c:v>72.294093292584407</c:v>
                </c:pt>
                <c:pt idx="134">
                  <c:v>72.293964640849595</c:v>
                </c:pt>
                <c:pt idx="135">
                  <c:v>72.293835603711301</c:v>
                </c:pt>
                <c:pt idx="136">
                  <c:v>72.293706188223993</c:v>
                </c:pt>
                <c:pt idx="137">
                  <c:v>72.293576401394006</c:v>
                </c:pt>
                <c:pt idx="138">
                  <c:v>72.2934462501794</c:v>
                </c:pt>
                <c:pt idx="139">
                  <c:v>72.293315741489394</c:v>
                </c:pt>
                <c:pt idx="140">
                  <c:v>72.293184882185002</c:v>
                </c:pt>
                <c:pt idx="141">
                  <c:v>72.293053679077801</c:v>
                </c:pt>
                <c:pt idx="142">
                  <c:v>72.292922138930905</c:v>
                </c:pt>
                <c:pt idx="143">
                  <c:v>72.292790268457793</c:v>
                </c:pt>
                <c:pt idx="144">
                  <c:v>72.292658074323001</c:v>
                </c:pt>
                <c:pt idx="145">
                  <c:v>72.292525563141496</c:v>
                </c:pt>
                <c:pt idx="146">
                  <c:v>72.292392741478807</c:v>
                </c:pt>
                <c:pt idx="147">
                  <c:v>72.292259615850696</c:v>
                </c:pt>
                <c:pt idx="148">
                  <c:v>72.292126192723202</c:v>
                </c:pt>
                <c:pt idx="149">
                  <c:v>72.291992478512498</c:v>
                </c:pt>
                <c:pt idx="150">
                  <c:v>72.291858479584803</c:v>
                </c:pt>
                <c:pt idx="151">
                  <c:v>72.291724202256205</c:v>
                </c:pt>
                <c:pt idx="152">
                  <c:v>72.291589652792695</c:v>
                </c:pt>
                <c:pt idx="153">
                  <c:v>72.2914548374102</c:v>
                </c:pt>
                <c:pt idx="154">
                  <c:v>72.291319762274</c:v>
                </c:pt>
                <c:pt idx="155">
                  <c:v>72.291184433499396</c:v>
                </c:pt>
                <c:pt idx="156">
                  <c:v>72.291048857150997</c:v>
                </c:pt>
                <c:pt idx="157">
                  <c:v>72.290913039242994</c:v>
                </c:pt>
                <c:pt idx="158">
                  <c:v>72.2907769857392</c:v>
                </c:pt>
                <c:pt idx="159">
                  <c:v>72.290640702552693</c:v>
                </c:pt>
                <c:pt idx="160">
                  <c:v>72.290504195545907</c:v>
                </c:pt>
                <c:pt idx="161">
                  <c:v>72.290367470530697</c:v>
                </c:pt>
                <c:pt idx="162">
                  <c:v>72.290230533268399</c:v>
                </c:pt>
                <c:pt idx="163">
                  <c:v>72.290093389469405</c:v>
                </c:pt>
                <c:pt idx="164">
                  <c:v>72.289956044793698</c:v>
                </c:pt>
                <c:pt idx="165">
                  <c:v>72.289818504850203</c:v>
                </c:pt>
                <c:pt idx="166">
                  <c:v>72.289680775197297</c:v>
                </c:pt>
                <c:pt idx="167">
                  <c:v>72.289542861342696</c:v>
                </c:pt>
                <c:pt idx="168">
                  <c:v>72.289404768743395</c:v>
                </c:pt>
                <c:pt idx="169">
                  <c:v>72.289266502805503</c:v>
                </c:pt>
                <c:pt idx="170">
                  <c:v>72.289128068884693</c:v>
                </c:pt>
                <c:pt idx="171">
                  <c:v>72.288989472285706</c:v>
                </c:pt>
                <c:pt idx="172">
                  <c:v>72.288850718262793</c:v>
                </c:pt>
                <c:pt idx="173">
                  <c:v>72.288711812019699</c:v>
                </c:pt>
                <c:pt idx="174">
                  <c:v>72.288572758709293</c:v>
                </c:pt>
                <c:pt idx="175">
                  <c:v>72.288433563434197</c:v>
                </c:pt>
                <c:pt idx="176">
                  <c:v>72.288294231246397</c:v>
                </c:pt>
                <c:pt idx="177">
                  <c:v>72.288154767147404</c:v>
                </c:pt>
                <c:pt idx="178">
                  <c:v>72.288015176088294</c:v>
                </c:pt>
                <c:pt idx="179">
                  <c:v>72.287875462970106</c:v>
                </c:pt>
                <c:pt idx="180">
                  <c:v>72.287735632643304</c:v>
                </c:pt>
                <c:pt idx="181">
                  <c:v>72.287595689908102</c:v>
                </c:pt>
                <c:pt idx="182">
                  <c:v>72.287455639515002</c:v>
                </c:pt>
                <c:pt idx="183">
                  <c:v>72.287315486163905</c:v>
                </c:pt>
                <c:pt idx="184">
                  <c:v>72.287175234505099</c:v>
                </c:pt>
                <c:pt idx="185">
                  <c:v>72.287034889138894</c:v>
                </c:pt>
                <c:pt idx="186">
                  <c:v>72.286894454615805</c:v>
                </c:pt>
                <c:pt idx="187">
                  <c:v>72.286753935436494</c:v>
                </c:pt>
                <c:pt idx="188">
                  <c:v>72.286613336052199</c:v>
                </c:pt>
                <c:pt idx="189">
                  <c:v>72.286472660864504</c:v>
                </c:pt>
                <c:pt idx="190">
                  <c:v>72.286331914225599</c:v>
                </c:pt>
                <c:pt idx="191">
                  <c:v>72.286191100438501</c:v>
                </c:pt>
                <c:pt idx="192">
                  <c:v>72.286050223756902</c:v>
                </c:pt>
                <c:pt idx="193">
                  <c:v>72.285909288385398</c:v>
                </c:pt>
                <c:pt idx="194">
                  <c:v>72.285768298479695</c:v>
                </c:pt>
                <c:pt idx="195">
                  <c:v>72.285627258146704</c:v>
                </c:pt>
                <c:pt idx="196">
                  <c:v>72.285486171444404</c:v>
                </c:pt>
                <c:pt idx="197">
                  <c:v>72.285345042382502</c:v>
                </c:pt>
                <c:pt idx="198">
                  <c:v>72.285203874922004</c:v>
                </c:pt>
                <c:pt idx="199">
                  <c:v>72.285062672975599</c:v>
                </c:pt>
                <c:pt idx="200">
                  <c:v>72.284921440408198</c:v>
                </c:pt>
                <c:pt idx="201">
                  <c:v>72.284780181036098</c:v>
                </c:pt>
                <c:pt idx="202">
                  <c:v>72.284638898628103</c:v>
                </c:pt>
                <c:pt idx="203">
                  <c:v>72.284497596905197</c:v>
                </c:pt>
                <c:pt idx="204">
                  <c:v>72.284356279540802</c:v>
                </c:pt>
                <c:pt idx="205">
                  <c:v>72.284214950160802</c:v>
                </c:pt>
                <c:pt idx="206">
                  <c:v>72.284073612343903</c:v>
                </c:pt>
                <c:pt idx="207">
                  <c:v>72.283932269621602</c:v>
                </c:pt>
                <c:pt idx="208">
                  <c:v>72.283790925478698</c:v>
                </c:pt>
                <c:pt idx="209">
                  <c:v>72.283649583352997</c:v>
                </c:pt>
                <c:pt idx="210">
                  <c:v>72.283508246635705</c:v>
                </c:pt>
                <c:pt idx="211">
                  <c:v>72.283366918671703</c:v>
                </c:pt>
                <c:pt idx="212">
                  <c:v>72.2832256027596</c:v>
                </c:pt>
                <c:pt idx="213">
                  <c:v>72.283084302151806</c:v>
                </c:pt>
                <c:pt idx="214">
                  <c:v>72.282943020055001</c:v>
                </c:pt>
                <c:pt idx="215">
                  <c:v>72.282801759630004</c:v>
                </c:pt>
                <c:pt idx="216">
                  <c:v>72.282660523992305</c:v>
                </c:pt>
                <c:pt idx="217">
                  <c:v>72.282519316211705</c:v>
                </c:pt>
                <c:pt idx="218">
                  <c:v>72.282378139313295</c:v>
                </c:pt>
                <c:pt idx="219">
                  <c:v>72.282236996276794</c:v>
                </c:pt>
                <c:pt idx="220">
                  <c:v>72.282095890037596</c:v>
                </c:pt>
                <c:pt idx="221">
                  <c:v>72.281954823486103</c:v>
                </c:pt>
                <c:pt idx="222">
                  <c:v>72.281813799468694</c:v>
                </c:pt>
                <c:pt idx="223">
                  <c:v>72.281672820787406</c:v>
                </c:pt>
                <c:pt idx="224">
                  <c:v>72.281531890200299</c:v>
                </c:pt>
                <c:pt idx="225">
                  <c:v>72.281391010421899</c:v>
                </c:pt>
                <c:pt idx="226">
                  <c:v>72.281250184122896</c:v>
                </c:pt>
                <c:pt idx="227">
                  <c:v>72.281109413930906</c:v>
                </c:pt>
                <c:pt idx="228">
                  <c:v>72.280968702430201</c:v>
                </c:pt>
                <c:pt idx="229">
                  <c:v>72.280828052162505</c:v>
                </c:pt>
                <c:pt idx="230">
                  <c:v>72.2806874656264</c:v>
                </c:pt>
                <c:pt idx="231">
                  <c:v>72.280546945278402</c:v>
                </c:pt>
                <c:pt idx="232">
                  <c:v>72.280406493532496</c:v>
                </c:pt>
                <c:pt idx="233">
                  <c:v>72.280266112760899</c:v>
                </c:pt>
                <c:pt idx="234">
                  <c:v>72.280125805293693</c:v>
                </c:pt>
                <c:pt idx="235">
                  <c:v>72.279985573419793</c:v>
                </c:pt>
                <c:pt idx="236">
                  <c:v>72.279845419386405</c:v>
                </c:pt>
                <c:pt idx="237">
                  <c:v>72.279705345399805</c:v>
                </c:pt>
                <c:pt idx="238">
                  <c:v>72.279565353625301</c:v>
                </c:pt>
                <c:pt idx="239">
                  <c:v>72.279425446187602</c:v>
                </c:pt>
                <c:pt idx="240">
                  <c:v>72.279285625170999</c:v>
                </c:pt>
                <c:pt idx="241">
                  <c:v>72.279145892619496</c:v>
                </c:pt>
                <c:pt idx="242">
                  <c:v>72.279006250537194</c:v>
                </c:pt>
                <c:pt idx="243">
                  <c:v>72.2788667008885</c:v>
                </c:pt>
                <c:pt idx="244">
                  <c:v>72.278727245598205</c:v>
                </c:pt>
                <c:pt idx="245">
                  <c:v>72.278587886552202</c:v>
                </c:pt>
                <c:pt idx="246">
                  <c:v>72.278448625596894</c:v>
                </c:pt>
                <c:pt idx="247">
                  <c:v>72.2783094645403</c:v>
                </c:pt>
                <c:pt idx="248">
                  <c:v>72.278170405151798</c:v>
                </c:pt>
                <c:pt idx="249">
                  <c:v>72.278031449162498</c:v>
                </c:pt>
                <c:pt idx="250">
                  <c:v>72.277892598265396</c:v>
                </c:pt>
                <c:pt idx="251">
                  <c:v>72.277753854115801</c:v>
                </c:pt>
                <c:pt idx="252">
                  <c:v>72.277615218331505</c:v>
                </c:pt>
                <c:pt idx="253">
                  <c:v>72.277476692492996</c:v>
                </c:pt>
                <c:pt idx="254">
                  <c:v>71.368188962832406</c:v>
                </c:pt>
                <c:pt idx="255">
                  <c:v>70.211275416420705</c:v>
                </c:pt>
                <c:pt idx="256">
                  <c:v>68.986371059003005</c:v>
                </c:pt>
                <c:pt idx="257">
                  <c:v>67.699829054691307</c:v>
                </c:pt>
                <c:pt idx="258">
                  <c:v>66.357829450365998</c:v>
                </c:pt>
                <c:pt idx="259">
                  <c:v>64.966370253124097</c:v>
                </c:pt>
                <c:pt idx="260">
                  <c:v>63.531259198809799</c:v>
                </c:pt>
                <c:pt idx="261">
                  <c:v>62.058105865081203</c:v>
                </c:pt>
                <c:pt idx="262">
                  <c:v>60.552313879998401</c:v>
                </c:pt>
                <c:pt idx="263">
                  <c:v>59.019073072820298</c:v>
                </c:pt>
                <c:pt idx="264">
                  <c:v>57.463351503335701</c:v>
                </c:pt>
                <c:pt idx="265">
                  <c:v>55.889887386021201</c:v>
                </c:pt>
                <c:pt idx="266">
                  <c:v>54.303180992845903</c:v>
                </c:pt>
                <c:pt idx="267">
                  <c:v>52.707486671779797</c:v>
                </c:pt>
                <c:pt idx="268">
                  <c:v>51.106805156100599</c:v>
                </c:pt>
                <c:pt idx="269">
                  <c:v>49.504876362419097</c:v>
                </c:pt>
                <c:pt idx="270">
                  <c:v>47.905172883751803</c:v>
                </c:pt>
                <c:pt idx="271">
                  <c:v>46.310894379402399</c:v>
                </c:pt>
                <c:pt idx="272">
                  <c:v>44.724963047801403</c:v>
                </c:pt>
                <c:pt idx="273">
                  <c:v>43.150020344041302</c:v>
                </c:pt>
                <c:pt idx="274">
                  <c:v>41.588425073001503</c:v>
                </c:pt>
                <c:pt idx="275">
                  <c:v>40.042252954043803</c:v>
                </c:pt>
                <c:pt idx="276">
                  <c:v>38.513297716476302</c:v>
                </c:pt>
                <c:pt idx="277">
                  <c:v>37.003073748295002</c:v>
                </c:pt>
                <c:pt idx="278">
                  <c:v>35.512820285750202</c:v>
                </c:pt>
                <c:pt idx="279">
                  <c:v>34.043507099347302</c:v>
                </c:pt>
                <c:pt idx="280">
                  <c:v>32.595841603902201</c:v>
                </c:pt>
                <c:pt idx="281">
                  <c:v>31.170277296816302</c:v>
                </c:pt>
                <c:pt idx="282">
                  <c:v>29.767023410081698</c:v>
                </c:pt>
                <c:pt idx="283">
                  <c:v>28.386055647682301</c:v>
                </c:pt>
                <c:pt idx="284">
                  <c:v>27.027127870793699</c:v>
                </c:pt>
                <c:pt idx="285">
                  <c:v>25.689784588136</c:v>
                </c:pt>
                <c:pt idx="286">
                  <c:v>24.3733741074956</c:v>
                </c:pt>
                <c:pt idx="287">
                  <c:v>23.077062206257999</c:v>
                </c:pt>
                <c:pt idx="288">
                  <c:v>21.799846183201801</c:v>
                </c:pt>
                <c:pt idx="289">
                  <c:v>20.540569160225399</c:v>
                </c:pt>
                <c:pt idx="290">
                  <c:v>19.2979345105874</c:v>
                </c:pt>
                <c:pt idx="291">
                  <c:v>18.070520299163501</c:v>
                </c:pt>
                <c:pt idx="292">
                  <c:v>16.8567936297454</c:v>
                </c:pt>
                <c:pt idx="293">
                  <c:v>15.6551248042033</c:v>
                </c:pt>
                <c:pt idx="294">
                  <c:v>14.4638012081229</c:v>
                </c:pt>
                <c:pt idx="295">
                  <c:v>13.2810408471261</c:v>
                </c:pt>
                <c:pt idx="296">
                  <c:v>12.105005467341099</c:v>
                </c:pt>
                <c:pt idx="297">
                  <c:v>10.9338132023152</c:v>
                </c:pt>
                <c:pt idx="298">
                  <c:v>9.7655506970175008</c:v>
                </c:pt>
                <c:pt idx="299">
                  <c:v>8.5982846674399998</c:v>
                </c:pt>
                <c:pt idx="300">
                  <c:v>7.3899039478141102</c:v>
                </c:pt>
                <c:pt idx="301">
                  <c:v>6.0063059451894798</c:v>
                </c:pt>
                <c:pt idx="302">
                  <c:v>4.6568759935231796</c:v>
                </c:pt>
                <c:pt idx="303">
                  <c:v>3.3448382608100098</c:v>
                </c:pt>
                <c:pt idx="304">
                  <c:v>2.0731731245603999</c:v>
                </c:pt>
                <c:pt idx="305">
                  <c:v>0.84461630854206105</c:v>
                </c:pt>
                <c:pt idx="306">
                  <c:v>-0.33834092358729101</c:v>
                </c:pt>
                <c:pt idx="307">
                  <c:v>-1.47345059709058</c:v>
                </c:pt>
                <c:pt idx="308">
                  <c:v>-2.5587059558043501</c:v>
                </c:pt>
                <c:pt idx="309">
                  <c:v>-3.59233856967903</c:v>
                </c:pt>
                <c:pt idx="310">
                  <c:v>-4.5728146954650004</c:v>
                </c:pt>
                <c:pt idx="311">
                  <c:v>-5.4988309635773298</c:v>
                </c:pt>
                <c:pt idx="312">
                  <c:v>-6.3693094615164298</c:v>
                </c:pt>
                <c:pt idx="313">
                  <c:v>-7.1833922811530204</c:v>
                </c:pt>
                <c:pt idx="314">
                  <c:v>-7.9404355937354696</c:v>
                </c:pt>
                <c:pt idx="315">
                  <c:v>-8.6400033126868401</c:v>
                </c:pt>
                <c:pt idx="316">
                  <c:v>-9.2818604001791591</c:v>
                </c:pt>
                <c:pt idx="317">
                  <c:v>-9.86596586916456</c:v>
                </c:pt>
                <c:pt idx="318">
                  <c:v>-10.3924655280733</c:v>
                </c:pt>
                <c:pt idx="319">
                  <c:v>-10.8616845108326</c:v>
                </c:pt>
                <c:pt idx="320">
                  <c:v>-11.274119630288499</c:v>
                </c:pt>
                <c:pt idx="321">
                  <c:v>-11.630431588613</c:v>
                </c:pt>
                <c:pt idx="322">
                  <c:v>-11.9314370739121</c:v>
                </c:pt>
                <c:pt idx="323">
                  <c:v>-12.1781007681068</c:v>
                </c:pt>
                <c:pt idx="324">
                  <c:v>-12.3715272872934</c:v>
                </c:pt>
                <c:pt idx="325">
                  <c:v>-12.5129530722712</c:v>
                </c:pt>
                <c:pt idx="326">
                  <c:v>-12.6037382438021</c:v>
                </c:pt>
                <c:pt idx="327">
                  <c:v>-12.645358434486999</c:v>
                </c:pt>
                <c:pt idx="328">
                  <c:v>-12.639396606930401</c:v>
                </c:pt>
                <c:pt idx="329">
                  <c:v>-12.587534866148699</c:v>
                </c:pt>
                <c:pt idx="330">
                  <c:v>-12.491546272956599</c:v>
                </c:pt>
                <c:pt idx="331">
                  <c:v>-12.3532866643441</c:v>
                </c:pt>
                <c:pt idx="332">
                  <c:v>-12.174686486610501</c:v>
                </c:pt>
                <c:pt idx="333">
                  <c:v>-11.957742647232299</c:v>
                </c:pt>
                <c:pt idx="334">
                  <c:v>-11.704510392058699</c:v>
                </c:pt>
                <c:pt idx="335">
                  <c:v>-11.4170952154226</c:v>
                </c:pt>
                <c:pt idx="336">
                  <c:v>-11.0976448120483</c:v>
                </c:pt>
                <c:pt idx="337">
                  <c:v>-10.748341081188601</c:v>
                </c:pt>
                <c:pt idx="338">
                  <c:v>-10.3713921951567</c:v>
                </c:pt>
                <c:pt idx="339">
                  <c:v>-9.9690247462574604</c:v>
                </c:pt>
                <c:pt idx="340">
                  <c:v>-9.5434759880122897</c:v>
                </c:pt>
                <c:pt idx="341">
                  <c:v>-9.09698618842652</c:v>
                </c:pt>
                <c:pt idx="342">
                  <c:v>-8.6317911148046296</c:v>
                </c:pt>
                <c:pt idx="343">
                  <c:v>-8.1501146712171408</c:v>
                </c:pt>
                <c:pt idx="344">
                  <c:v>-7.65416171109531</c:v>
                </c:pt>
                <c:pt idx="345">
                  <c:v>-7.1461110485310204</c:v>
                </c:pt>
                <c:pt idx="346">
                  <c:v>-6.6281086926413799</c:v>
                </c:pt>
                <c:pt idx="347">
                  <c:v>-6.1022613297869404</c:v>
                </c:pt>
                <c:pt idx="348">
                  <c:v>-5.5706300784832097</c:v>
                </c:pt>
                <c:pt idx="349">
                  <c:v>-5.0352245415019601</c:v>
                </c:pt>
                <c:pt idx="350">
                  <c:v>-4.4979971789171698</c:v>
                </c:pt>
                <c:pt idx="351">
                  <c:v>-3.96083802471493</c:v>
                </c:pt>
                <c:pt idx="352">
                  <c:v>-3.4255697680731001</c:v>
                </c:pt>
                <c:pt idx="353">
                  <c:v>-2.89394321854786</c:v>
                </c:pt>
                <c:pt idx="354">
                  <c:v>-2.3676331722140498</c:v>
                </c:pt>
                <c:pt idx="355">
                  <c:v>-1.8482346933328699</c:v>
                </c:pt>
                <c:pt idx="356">
                  <c:v>-1.3372598234091799</c:v>
                </c:pt>
                <c:pt idx="357">
                  <c:v>-0.83613472660135701</c:v>
                </c:pt>
                <c:pt idx="358">
                  <c:v>-0.34619727741138501</c:v>
                </c:pt>
                <c:pt idx="359">
                  <c:v>0.131304906534076</c:v>
                </c:pt>
                <c:pt idx="360">
                  <c:v>0.59521598694615596</c:v>
                </c:pt>
                <c:pt idx="361">
                  <c:v>1.04447298603415</c:v>
                </c:pt>
                <c:pt idx="362">
                  <c:v>1.47810643286381</c:v>
                </c:pt>
                <c:pt idx="363">
                  <c:v>1.8952405843376201</c:v>
                </c:pt>
                <c:pt idx="364">
                  <c:v>2.2950932329825098</c:v>
                </c:pt>
                <c:pt idx="365">
                  <c:v>2.6769751162925299</c:v>
                </c:pt>
                <c:pt idx="366">
                  <c:v>3.0402889447063801</c:v>
                </c:pt>
                <c:pt idx="367">
                  <c:v>3.3845280673784202</c:v>
                </c:pt>
                <c:pt idx="368">
                  <c:v>3.7092747967083501</c:v>
                </c:pt>
                <c:pt idx="369">
                  <c:v>4.0141984141187397</c:v>
                </c:pt>
                <c:pt idx="370">
                  <c:v>4.2990528808043402</c:v>
                </c:pt>
                <c:pt idx="371">
                  <c:v>4.5636742781238997</c:v>
                </c:pt>
                <c:pt idx="372">
                  <c:v>4.8079780029686203</c:v>
                </c:pt>
                <c:pt idx="373">
                  <c:v>5.03195574383248</c:v>
                </c:pt>
                <c:pt idx="374">
                  <c:v>5.2356722634411303</c:v>
                </c:pt>
                <c:pt idx="375">
                  <c:v>5.4192620136865299</c:v>
                </c:pt>
                <c:pt idx="376">
                  <c:v>5.5829256082827801</c:v>
                </c:pt>
                <c:pt idx="377">
                  <c:v>5.7269261780266403</c:v>
                </c:pt>
                <c:pt idx="378">
                  <c:v>5.8515856328371898</c:v>
                </c:pt>
                <c:pt idx="379">
                  <c:v>5.9572808538857203</c:v>
                </c:pt>
                <c:pt idx="380">
                  <c:v>6.0444398381333704</c:v>
                </c:pt>
                <c:pt idx="381">
                  <c:v>6.11353781649259</c:v>
                </c:pt>
                <c:pt idx="382">
                  <c:v>6.1650933656418498</c:v>
                </c:pt>
                <c:pt idx="383">
                  <c:v>6.1996645322718704</c:v>
                </c:pt>
                <c:pt idx="384">
                  <c:v>6.2178449872447601</c:v>
                </c:pt>
                <c:pt idx="385">
                  <c:v>6.2202602258245001</c:v>
                </c:pt>
                <c:pt idx="386">
                  <c:v>6.20756382880157</c:v>
                </c:pt>
                <c:pt idx="387">
                  <c:v>6.1804337980030999</c:v>
                </c:pt>
                <c:pt idx="388">
                  <c:v>6.1395689783635401</c:v>
                </c:pt>
                <c:pt idx="389">
                  <c:v>6.0856855774404197</c:v>
                </c:pt>
                <c:pt idx="390">
                  <c:v>6.0195137920049202</c:v>
                </c:pt>
                <c:pt idx="391">
                  <c:v>5.9417945501245599</c:v>
                </c:pt>
                <c:pt idx="392">
                  <c:v>5.8532763759910198</c:v>
                </c:pt>
                <c:pt idx="393">
                  <c:v>5.7547123836354599</c:v>
                </c:pt>
                <c:pt idx="394">
                  <c:v>5.6468574046190403</c:v>
                </c:pt>
                <c:pt idx="395">
                  <c:v>5.5304652537905703</c:v>
                </c:pt>
                <c:pt idx="396">
                  <c:v>5.4062861362676999</c:v>
                </c:pt>
                <c:pt idx="397">
                  <c:v>5.2750641979232498</c:v>
                </c:pt>
                <c:pt idx="398">
                  <c:v>5.13753522084426</c:v>
                </c:pt>
                <c:pt idx="399">
                  <c:v>4.9944244644775102</c:v>
                </c:pt>
                <c:pt idx="400">
                  <c:v>4.8464446524804199</c:v>
                </c:pt>
                <c:pt idx="401">
                  <c:v>4.69429410465938</c:v>
                </c:pt>
                <c:pt idx="402">
                  <c:v>4.5386550127963803</c:v>
                </c:pt>
                <c:pt idx="403">
                  <c:v>4.3801918586379998</c:v>
                </c:pt>
                <c:pt idx="404">
                  <c:v>4.2195499718459102</c:v>
                </c:pt>
                <c:pt idx="405">
                  <c:v>4.05735422528294</c:v>
                </c:pt>
                <c:pt idx="406">
                  <c:v>3.8942078646312202</c:v>
                </c:pt>
                <c:pt idx="407">
                  <c:v>3.73069146900652</c:v>
                </c:pt>
                <c:pt idx="408">
                  <c:v>3.5673620389432301</c:v>
                </c:pt>
                <c:pt idx="409">
                  <c:v>3.4047522078752999</c:v>
                </c:pt>
                <c:pt idx="410">
                  <c:v>3.2433695730270999</c:v>
                </c:pt>
                <c:pt idx="411">
                  <c:v>3.0836961414525601</c:v>
                </c:pt>
                <c:pt idx="412">
                  <c:v>2.9261878868183699</c:v>
                </c:pt>
                <c:pt idx="413">
                  <c:v>2.7712744124155799</c:v>
                </c:pt>
                <c:pt idx="414">
                  <c:v>2.6193587158006899</c:v>
                </c:pt>
                <c:pt idx="415">
                  <c:v>2.4708170504106701</c:v>
                </c:pt>
                <c:pt idx="416">
                  <c:v>2.3259988794634499</c:v>
                </c:pt>
                <c:pt idx="417">
                  <c:v>2.1852269174445902</c:v>
                </c:pt>
                <c:pt idx="418">
                  <c:v>2.0487972544897</c:v>
                </c:pt>
                <c:pt idx="419">
                  <c:v>1.91697955899867</c:v>
                </c:pt>
                <c:pt idx="420">
                  <c:v>1.79001735385995</c:v>
                </c:pt>
                <c:pt idx="421">
                  <c:v>1.66812836171951</c:v>
                </c:pt>
                <c:pt idx="422">
                  <c:v>1.55150491479668</c:v>
                </c:pt>
                <c:pt idx="423">
                  <c:v>1.4403144248281301</c:v>
                </c:pt>
                <c:pt idx="424">
                  <c:v>1.33469990880778</c:v>
                </c:pt>
                <c:pt idx="425">
                  <c:v>1.2347805662850899</c:v>
                </c:pt>
                <c:pt idx="426">
                  <c:v>1.1406524040842101</c:v>
                </c:pt>
                <c:pt idx="427">
                  <c:v>1.0523889044110299</c:v>
                </c:pt>
                <c:pt idx="428">
                  <c:v>0.97004173242325797</c:v>
                </c:pt>
                <c:pt idx="429">
                  <c:v>0.89364147944898997</c:v>
                </c:pt>
                <c:pt idx="430">
                  <c:v>0.82319843815106997</c:v>
                </c:pt>
                <c:pt idx="431">
                  <c:v>0.75870340604678199</c:v>
                </c:pt>
                <c:pt idx="432">
                  <c:v>0.700128513904964</c:v>
                </c:pt>
                <c:pt idx="433">
                  <c:v>0.64742807565432903</c:v>
                </c:pt>
                <c:pt idx="434">
                  <c:v>0.60053945654749497</c:v>
                </c:pt>
                <c:pt idx="435">
                  <c:v>0.55938395643462102</c:v>
                </c:pt>
                <c:pt idx="436">
                  <c:v>0.52386770510827396</c:v>
                </c:pt>
                <c:pt idx="437">
                  <c:v>0.49388256678710601</c:v>
                </c:pt>
                <c:pt idx="438">
                  <c:v>0.46930705091011499</c:v>
                </c:pt>
                <c:pt idx="439">
                  <c:v>0.45000722651563002</c:v>
                </c:pt>
                <c:pt idx="440">
                  <c:v>0.43583763757972199</c:v>
                </c:pt>
                <c:pt idx="441">
                  <c:v>0.42664221678792202</c:v>
                </c:pt>
                <c:pt idx="442">
                  <c:v>0.42225519531165601</c:v>
                </c:pt>
                <c:pt idx="443">
                  <c:v>0.422502006257367</c:v>
                </c:pt>
                <c:pt idx="444">
                  <c:v>0.42720017955183698</c:v>
                </c:pt>
                <c:pt idx="445">
                  <c:v>0.436160226122082</c:v>
                </c:pt>
                <c:pt idx="446">
                  <c:v>0.44918650932272203</c:v>
                </c:pt>
                <c:pt idx="447">
                  <c:v>0.46607810165810698</c:v>
                </c:pt>
                <c:pt idx="448">
                  <c:v>0.486629624940982</c:v>
                </c:pt>
                <c:pt idx="449">
                  <c:v>0.51063207212440298</c:v>
                </c:pt>
                <c:pt idx="450">
                  <c:v>0.53787360913912996</c:v>
                </c:pt>
                <c:pt idx="451">
                  <c:v>0.56814035516498596</c:v>
                </c:pt>
                <c:pt idx="452">
                  <c:v>0.60121713986200898</c:v>
                </c:pt>
                <c:pt idx="453">
                  <c:v>0.63688823618544099</c:v>
                </c:pt>
                <c:pt idx="454">
                  <c:v>0.67493806750816199</c:v>
                </c:pt>
                <c:pt idx="455">
                  <c:v>0.71515188787471995</c:v>
                </c:pt>
                <c:pt idx="456">
                  <c:v>0.75731643431294604</c:v>
                </c:pt>
                <c:pt idx="457">
                  <c:v>0.80122055023198702</c:v>
                </c:pt>
                <c:pt idx="458">
                  <c:v>0.84665577903947897</c:v>
                </c:pt>
                <c:pt idx="459">
                  <c:v>0.89341692721524602</c:v>
                </c:pt>
                <c:pt idx="460">
                  <c:v>0.94130259618429002</c:v>
                </c:pt>
                <c:pt idx="461">
                  <c:v>0.99011568243757198</c:v>
                </c:pt>
                <c:pt idx="462">
                  <c:v>1.03966384545503</c:v>
                </c:pt>
                <c:pt idx="463">
                  <c:v>1.0897599430910501</c:v>
                </c:pt>
                <c:pt idx="464">
                  <c:v>1.14022243418779</c:v>
                </c:pt>
                <c:pt idx="465">
                  <c:v>1.1908757482866299</c:v>
                </c:pt>
                <c:pt idx="466">
                  <c:v>1.24155062241075</c:v>
                </c:pt>
                <c:pt idx="467">
                  <c:v>1.2920844049943601</c:v>
                </c:pt>
                <c:pt idx="468">
                  <c:v>1.34232132713321</c:v>
                </c:pt>
                <c:pt idx="469">
                  <c:v>1.3921127414293699</c:v>
                </c:pt>
                <c:pt idx="470">
                  <c:v>1.44131732879732</c:v>
                </c:pt>
                <c:pt idx="471">
                  <c:v>1.48980127369107</c:v>
                </c:pt>
                <c:pt idx="472">
                  <c:v>1.5374384082996999</c:v>
                </c:pt>
                <c:pt idx="473">
                  <c:v>1.5841103263438601</c:v>
                </c:pt>
                <c:pt idx="474">
                  <c:v>1.6297064671861701</c:v>
                </c:pt>
                <c:pt idx="475">
                  <c:v>1.6741241710447099</c:v>
                </c:pt>
                <c:pt idx="476">
                  <c:v>1.7172687061702501</c:v>
                </c:pt>
                <c:pt idx="477">
                  <c:v>1.75905326891479</c:v>
                </c:pt>
                <c:pt idx="478">
                  <c:v>1.7993989576801299</c:v>
                </c:pt>
                <c:pt idx="479">
                  <c:v>1.8382347217920001</c:v>
                </c:pt>
                <c:pt idx="480">
                  <c:v>1.8754972863956501</c:v>
                </c:pt>
                <c:pt idx="481">
                  <c:v>1.91113105451441</c:v>
                </c:pt>
                <c:pt idx="482">
                  <c:v>1.9450879874523299</c:v>
                </c:pt>
                <c:pt idx="483">
                  <c:v>1.9773274647561501</c:v>
                </c:pt>
                <c:pt idx="484">
                  <c:v>2.0078161249800002</c:v>
                </c:pt>
                <c:pt idx="485">
                  <c:v>2.0365276885194499</c:v>
                </c:pt>
                <c:pt idx="486">
                  <c:v>2.0634427637981898</c:v>
                </c:pt>
                <c:pt idx="487">
                  <c:v>2.0885486381026999</c:v>
                </c:pt>
                <c:pt idx="488">
                  <c:v>2.1118390543665502</c:v>
                </c:pt>
                <c:pt idx="489">
                  <c:v>2.1333139752068799</c:v>
                </c:pt>
                <c:pt idx="490">
                  <c:v>2.1529793355120299</c:v>
                </c:pt>
                <c:pt idx="491">
                  <c:v>2.1708467848702502</c:v>
                </c:pt>
                <c:pt idx="492">
                  <c:v>2.1869334211161302</c:v>
                </c:pt>
                <c:pt idx="493">
                  <c:v>2.2012615162534401</c:v>
                </c:pt>
                <c:pt idx="494">
                  <c:v>2.2138582359914101</c:v>
                </c:pt>
                <c:pt idx="495">
                  <c:v>2.2247553541050098</c:v>
                </c:pt>
                <c:pt idx="496">
                  <c:v>2.2339889628009599</c:v>
                </c:pt>
                <c:pt idx="497">
                  <c:v>2.2415991802376101</c:v>
                </c:pt>
                <c:pt idx="498">
                  <c:v>2.24762985631151</c:v>
                </c:pt>
                <c:pt idx="499">
                  <c:v>2.2521282777841898</c:v>
                </c:pt>
                <c:pt idx="500">
                  <c:v>2.2551448737818101</c:v>
                </c:pt>
                <c:pt idx="501">
                  <c:v>2.2567329226566599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442-47CC-91E3-E2CE9BFC3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8417008"/>
        <c:axId val="1538410288"/>
      </c:scatterChart>
      <c:valAx>
        <c:axId val="1538417008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time</a:t>
                </a:r>
                <a:r>
                  <a:rPr lang="en-US" baseline="0"/>
                  <a:t> [s]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0288"/>
        <c:crossesAt val="-100"/>
        <c:crossBetween val="midCat"/>
        <c:majorUnit val="1"/>
      </c:valAx>
      <c:valAx>
        <c:axId val="1538410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w [ft/s]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7008"/>
        <c:crosses val="autoZero"/>
        <c:crossBetween val="midCat"/>
      </c:valAx>
      <c:spPr>
        <a:noFill/>
        <a:ln w="25400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'-2.0'!$K$1</c:f>
              <c:strCache>
                <c:ptCount val="1"/>
                <c:pt idx="0">
                  <c:v>altitude [ft]</c:v>
                </c:pt>
              </c:strCache>
            </c:strRef>
          </c:tx>
          <c:spPr>
            <a:ln w="2222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'-2.0'!$A$2:$A$503</c:f>
              <c:numCache>
                <c:formatCode>0.00E+00</c:formatCode>
                <c:ptCount val="502"/>
                <c:pt idx="0" formatCode="General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2.9999999999999898E-2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8.99999999999999E-2</c:v>
                </c:pt>
                <c:pt idx="10">
                  <c:v>9.9999999999999895E-2</c:v>
                </c:pt>
                <c:pt idx="11" formatCode="General">
                  <c:v>0.109999999999999</c:v>
                </c:pt>
                <c:pt idx="12" formatCode="General">
                  <c:v>0.119999999999999</c:v>
                </c:pt>
                <c:pt idx="13" formatCode="General">
                  <c:v>0.12999999999999901</c:v>
                </c:pt>
                <c:pt idx="14" formatCode="General">
                  <c:v>0.13999999999999899</c:v>
                </c:pt>
                <c:pt idx="15" formatCode="General">
                  <c:v>0.149999999999999</c:v>
                </c:pt>
                <c:pt idx="16" formatCode="General">
                  <c:v>0.16</c:v>
                </c:pt>
                <c:pt idx="17" formatCode="General">
                  <c:v>0.17</c:v>
                </c:pt>
                <c:pt idx="18" formatCode="General">
                  <c:v>0.18</c:v>
                </c:pt>
                <c:pt idx="19" formatCode="General">
                  <c:v>0.19</c:v>
                </c:pt>
                <c:pt idx="20" formatCode="General">
                  <c:v>0.2</c:v>
                </c:pt>
                <c:pt idx="21" formatCode="General">
                  <c:v>0.21</c:v>
                </c:pt>
                <c:pt idx="22" formatCode="General">
                  <c:v>0.22</c:v>
                </c:pt>
                <c:pt idx="23" formatCode="General">
                  <c:v>0.23</c:v>
                </c:pt>
                <c:pt idx="24" formatCode="General">
                  <c:v>0.24</c:v>
                </c:pt>
                <c:pt idx="25" formatCode="General">
                  <c:v>0.25</c:v>
                </c:pt>
                <c:pt idx="26" formatCode="General">
                  <c:v>0.26</c:v>
                </c:pt>
                <c:pt idx="27" formatCode="General">
                  <c:v>0.27</c:v>
                </c:pt>
                <c:pt idx="28" formatCode="General">
                  <c:v>0.28000000000000003</c:v>
                </c:pt>
                <c:pt idx="29" formatCode="General">
                  <c:v>0.28999999999999998</c:v>
                </c:pt>
                <c:pt idx="30" formatCode="General">
                  <c:v>0.3</c:v>
                </c:pt>
                <c:pt idx="31" formatCode="General">
                  <c:v>0.31</c:v>
                </c:pt>
                <c:pt idx="32" formatCode="General">
                  <c:v>0.32</c:v>
                </c:pt>
                <c:pt idx="33" formatCode="General">
                  <c:v>0.33</c:v>
                </c:pt>
                <c:pt idx="34" formatCode="General">
                  <c:v>0.34</c:v>
                </c:pt>
                <c:pt idx="35" formatCode="General">
                  <c:v>0.35</c:v>
                </c:pt>
                <c:pt idx="36" formatCode="General">
                  <c:v>0.36</c:v>
                </c:pt>
                <c:pt idx="37" formatCode="General">
                  <c:v>0.37</c:v>
                </c:pt>
                <c:pt idx="38" formatCode="General">
                  <c:v>0.38</c:v>
                </c:pt>
                <c:pt idx="39" formatCode="General">
                  <c:v>0.39</c:v>
                </c:pt>
                <c:pt idx="40" formatCode="General">
                  <c:v>0.4</c:v>
                </c:pt>
                <c:pt idx="41" formatCode="General">
                  <c:v>0.41</c:v>
                </c:pt>
                <c:pt idx="42" formatCode="General">
                  <c:v>0.42</c:v>
                </c:pt>
                <c:pt idx="43" formatCode="General">
                  <c:v>0.43</c:v>
                </c:pt>
                <c:pt idx="44" formatCode="General">
                  <c:v>0.44</c:v>
                </c:pt>
                <c:pt idx="45" formatCode="General">
                  <c:v>0.45</c:v>
                </c:pt>
                <c:pt idx="46" formatCode="General">
                  <c:v>0.46</c:v>
                </c:pt>
                <c:pt idx="47" formatCode="General">
                  <c:v>0.47</c:v>
                </c:pt>
                <c:pt idx="48" formatCode="General">
                  <c:v>0.48</c:v>
                </c:pt>
                <c:pt idx="49" formatCode="General">
                  <c:v>0.49</c:v>
                </c:pt>
                <c:pt idx="50" formatCode="General">
                  <c:v>0.5</c:v>
                </c:pt>
                <c:pt idx="51" formatCode="General">
                  <c:v>0.51</c:v>
                </c:pt>
                <c:pt idx="52" formatCode="General">
                  <c:v>0.52</c:v>
                </c:pt>
                <c:pt idx="53" formatCode="General">
                  <c:v>0.53</c:v>
                </c:pt>
                <c:pt idx="54" formatCode="General">
                  <c:v>0.54</c:v>
                </c:pt>
                <c:pt idx="55" formatCode="General">
                  <c:v>0.55000000000000004</c:v>
                </c:pt>
                <c:pt idx="56" formatCode="General">
                  <c:v>0.56000000000000005</c:v>
                </c:pt>
                <c:pt idx="57" formatCode="General">
                  <c:v>0.56999999999999995</c:v>
                </c:pt>
                <c:pt idx="58" formatCode="General">
                  <c:v>0.57999999999999996</c:v>
                </c:pt>
                <c:pt idx="59" formatCode="General">
                  <c:v>0.59</c:v>
                </c:pt>
                <c:pt idx="60" formatCode="General">
                  <c:v>0.6</c:v>
                </c:pt>
                <c:pt idx="61" formatCode="General">
                  <c:v>0.61</c:v>
                </c:pt>
                <c:pt idx="62" formatCode="General">
                  <c:v>0.62</c:v>
                </c:pt>
                <c:pt idx="63" formatCode="General">
                  <c:v>0.63</c:v>
                </c:pt>
                <c:pt idx="64" formatCode="General">
                  <c:v>0.64</c:v>
                </c:pt>
                <c:pt idx="65" formatCode="General">
                  <c:v>0.65</c:v>
                </c:pt>
                <c:pt idx="66" formatCode="General">
                  <c:v>0.66</c:v>
                </c:pt>
                <c:pt idx="67" formatCode="General">
                  <c:v>0.67</c:v>
                </c:pt>
                <c:pt idx="68" formatCode="General">
                  <c:v>0.68</c:v>
                </c:pt>
                <c:pt idx="69" formatCode="General">
                  <c:v>0.69</c:v>
                </c:pt>
                <c:pt idx="70" formatCode="General">
                  <c:v>0.7</c:v>
                </c:pt>
                <c:pt idx="71" formatCode="General">
                  <c:v>0.71</c:v>
                </c:pt>
                <c:pt idx="72" formatCode="General">
                  <c:v>0.72</c:v>
                </c:pt>
                <c:pt idx="73" formatCode="General">
                  <c:v>0.73</c:v>
                </c:pt>
                <c:pt idx="74" formatCode="General">
                  <c:v>0.74</c:v>
                </c:pt>
                <c:pt idx="75" formatCode="General">
                  <c:v>0.75</c:v>
                </c:pt>
                <c:pt idx="76" formatCode="General">
                  <c:v>0.76</c:v>
                </c:pt>
                <c:pt idx="77" formatCode="General">
                  <c:v>0.77</c:v>
                </c:pt>
                <c:pt idx="78" formatCode="General">
                  <c:v>0.78</c:v>
                </c:pt>
                <c:pt idx="79" formatCode="General">
                  <c:v>0.79</c:v>
                </c:pt>
                <c:pt idx="80" formatCode="General">
                  <c:v>0.8</c:v>
                </c:pt>
                <c:pt idx="81" formatCode="General">
                  <c:v>0.81</c:v>
                </c:pt>
                <c:pt idx="82" formatCode="General">
                  <c:v>0.82</c:v>
                </c:pt>
                <c:pt idx="83" formatCode="General">
                  <c:v>0.83</c:v>
                </c:pt>
                <c:pt idx="84" formatCode="General">
                  <c:v>0.84</c:v>
                </c:pt>
                <c:pt idx="85" formatCode="General">
                  <c:v>0.85</c:v>
                </c:pt>
                <c:pt idx="86" formatCode="General">
                  <c:v>0.86</c:v>
                </c:pt>
                <c:pt idx="87" formatCode="General">
                  <c:v>0.87</c:v>
                </c:pt>
                <c:pt idx="88" formatCode="General">
                  <c:v>0.88</c:v>
                </c:pt>
                <c:pt idx="89" formatCode="General">
                  <c:v>0.89</c:v>
                </c:pt>
                <c:pt idx="90" formatCode="General">
                  <c:v>0.9</c:v>
                </c:pt>
                <c:pt idx="91" formatCode="General">
                  <c:v>0.91</c:v>
                </c:pt>
                <c:pt idx="92" formatCode="General">
                  <c:v>0.92</c:v>
                </c:pt>
                <c:pt idx="93" formatCode="General">
                  <c:v>0.93</c:v>
                </c:pt>
                <c:pt idx="94" formatCode="General">
                  <c:v>0.94</c:v>
                </c:pt>
                <c:pt idx="95" formatCode="General">
                  <c:v>0.95</c:v>
                </c:pt>
                <c:pt idx="96" formatCode="General">
                  <c:v>0.96</c:v>
                </c:pt>
                <c:pt idx="97" formatCode="General">
                  <c:v>0.97</c:v>
                </c:pt>
                <c:pt idx="98" formatCode="General">
                  <c:v>0.98</c:v>
                </c:pt>
                <c:pt idx="99" formatCode="General">
                  <c:v>0.99</c:v>
                </c:pt>
                <c:pt idx="100" formatCode="General">
                  <c:v>1</c:v>
                </c:pt>
                <c:pt idx="101" formatCode="General">
                  <c:v>1.01</c:v>
                </c:pt>
                <c:pt idx="102" formatCode="General">
                  <c:v>1.02</c:v>
                </c:pt>
                <c:pt idx="103" formatCode="General">
                  <c:v>1.03</c:v>
                </c:pt>
                <c:pt idx="104" formatCode="General">
                  <c:v>1.04</c:v>
                </c:pt>
                <c:pt idx="105" formatCode="General">
                  <c:v>1.05</c:v>
                </c:pt>
                <c:pt idx="106" formatCode="General">
                  <c:v>1.06</c:v>
                </c:pt>
                <c:pt idx="107" formatCode="General">
                  <c:v>1.07</c:v>
                </c:pt>
                <c:pt idx="108" formatCode="General">
                  <c:v>1.08</c:v>
                </c:pt>
                <c:pt idx="109" formatCode="General">
                  <c:v>1.0900000000000001</c:v>
                </c:pt>
                <c:pt idx="110" formatCode="General">
                  <c:v>1.1000000000000001</c:v>
                </c:pt>
                <c:pt idx="111" formatCode="General">
                  <c:v>1.1100000000000001</c:v>
                </c:pt>
                <c:pt idx="112" formatCode="General">
                  <c:v>1.1200000000000001</c:v>
                </c:pt>
                <c:pt idx="113" formatCode="General">
                  <c:v>1.1299999999999999</c:v>
                </c:pt>
                <c:pt idx="114" formatCode="General">
                  <c:v>1.1399999999999999</c:v>
                </c:pt>
                <c:pt idx="115" formatCode="General">
                  <c:v>1.1499999999999999</c:v>
                </c:pt>
                <c:pt idx="116" formatCode="General">
                  <c:v>1.1599999999999999</c:v>
                </c:pt>
                <c:pt idx="117" formatCode="General">
                  <c:v>1.17</c:v>
                </c:pt>
                <c:pt idx="118" formatCode="General">
                  <c:v>1.18</c:v>
                </c:pt>
                <c:pt idx="119" formatCode="General">
                  <c:v>1.19</c:v>
                </c:pt>
                <c:pt idx="120" formatCode="General">
                  <c:v>1.2</c:v>
                </c:pt>
                <c:pt idx="121" formatCode="General">
                  <c:v>1.21</c:v>
                </c:pt>
                <c:pt idx="122" formatCode="General">
                  <c:v>1.22</c:v>
                </c:pt>
                <c:pt idx="123" formatCode="General">
                  <c:v>1.23</c:v>
                </c:pt>
                <c:pt idx="124" formatCode="General">
                  <c:v>1.24</c:v>
                </c:pt>
                <c:pt idx="125" formatCode="General">
                  <c:v>1.25</c:v>
                </c:pt>
                <c:pt idx="126" formatCode="General">
                  <c:v>1.26</c:v>
                </c:pt>
                <c:pt idx="127" formatCode="General">
                  <c:v>1.27</c:v>
                </c:pt>
                <c:pt idx="128" formatCode="General">
                  <c:v>1.28</c:v>
                </c:pt>
                <c:pt idx="129" formatCode="General">
                  <c:v>1.29</c:v>
                </c:pt>
                <c:pt idx="130" formatCode="General">
                  <c:v>1.3</c:v>
                </c:pt>
                <c:pt idx="131" formatCode="General">
                  <c:v>1.31</c:v>
                </c:pt>
                <c:pt idx="132" formatCode="General">
                  <c:v>1.32</c:v>
                </c:pt>
                <c:pt idx="133" formatCode="General">
                  <c:v>1.33</c:v>
                </c:pt>
                <c:pt idx="134" formatCode="General">
                  <c:v>1.34</c:v>
                </c:pt>
                <c:pt idx="135" formatCode="General">
                  <c:v>1.35</c:v>
                </c:pt>
                <c:pt idx="136" formatCode="General">
                  <c:v>1.36</c:v>
                </c:pt>
                <c:pt idx="137" formatCode="General">
                  <c:v>1.37</c:v>
                </c:pt>
                <c:pt idx="138" formatCode="General">
                  <c:v>1.38</c:v>
                </c:pt>
                <c:pt idx="139" formatCode="General">
                  <c:v>1.39</c:v>
                </c:pt>
                <c:pt idx="140" formatCode="General">
                  <c:v>1.4</c:v>
                </c:pt>
                <c:pt idx="141" formatCode="General">
                  <c:v>1.41</c:v>
                </c:pt>
                <c:pt idx="142" formatCode="General">
                  <c:v>1.42</c:v>
                </c:pt>
                <c:pt idx="143" formatCode="General">
                  <c:v>1.43</c:v>
                </c:pt>
                <c:pt idx="144" formatCode="General">
                  <c:v>1.44</c:v>
                </c:pt>
                <c:pt idx="145" formatCode="General">
                  <c:v>1.45</c:v>
                </c:pt>
                <c:pt idx="146" formatCode="General">
                  <c:v>1.46</c:v>
                </c:pt>
                <c:pt idx="147" formatCode="General">
                  <c:v>1.47</c:v>
                </c:pt>
                <c:pt idx="148" formatCode="General">
                  <c:v>1.48</c:v>
                </c:pt>
                <c:pt idx="149" formatCode="General">
                  <c:v>1.49</c:v>
                </c:pt>
                <c:pt idx="150" formatCode="General">
                  <c:v>1.5</c:v>
                </c:pt>
                <c:pt idx="151" formatCode="General">
                  <c:v>1.51</c:v>
                </c:pt>
                <c:pt idx="152" formatCode="General">
                  <c:v>1.52</c:v>
                </c:pt>
                <c:pt idx="153" formatCode="General">
                  <c:v>1.53</c:v>
                </c:pt>
                <c:pt idx="154" formatCode="General">
                  <c:v>1.54</c:v>
                </c:pt>
                <c:pt idx="155" formatCode="General">
                  <c:v>1.55</c:v>
                </c:pt>
                <c:pt idx="156" formatCode="General">
                  <c:v>1.56</c:v>
                </c:pt>
                <c:pt idx="157" formatCode="General">
                  <c:v>1.57</c:v>
                </c:pt>
                <c:pt idx="158" formatCode="General">
                  <c:v>1.58</c:v>
                </c:pt>
                <c:pt idx="159" formatCode="General">
                  <c:v>1.59</c:v>
                </c:pt>
                <c:pt idx="160" formatCode="General">
                  <c:v>1.6</c:v>
                </c:pt>
                <c:pt idx="161" formatCode="General">
                  <c:v>1.61</c:v>
                </c:pt>
                <c:pt idx="162" formatCode="General">
                  <c:v>1.62</c:v>
                </c:pt>
                <c:pt idx="163" formatCode="General">
                  <c:v>1.63</c:v>
                </c:pt>
                <c:pt idx="164" formatCode="General">
                  <c:v>1.64</c:v>
                </c:pt>
                <c:pt idx="165" formatCode="General">
                  <c:v>1.65</c:v>
                </c:pt>
                <c:pt idx="166" formatCode="General">
                  <c:v>1.66</c:v>
                </c:pt>
                <c:pt idx="167" formatCode="General">
                  <c:v>1.67</c:v>
                </c:pt>
                <c:pt idx="168" formatCode="General">
                  <c:v>1.68</c:v>
                </c:pt>
                <c:pt idx="169" formatCode="General">
                  <c:v>1.69</c:v>
                </c:pt>
                <c:pt idx="170" formatCode="General">
                  <c:v>1.7</c:v>
                </c:pt>
                <c:pt idx="171" formatCode="General">
                  <c:v>1.71</c:v>
                </c:pt>
                <c:pt idx="172" formatCode="General">
                  <c:v>1.72</c:v>
                </c:pt>
                <c:pt idx="173" formatCode="General">
                  <c:v>1.73</c:v>
                </c:pt>
                <c:pt idx="174" formatCode="General">
                  <c:v>1.74</c:v>
                </c:pt>
                <c:pt idx="175" formatCode="General">
                  <c:v>1.75</c:v>
                </c:pt>
                <c:pt idx="176" formatCode="General">
                  <c:v>1.76</c:v>
                </c:pt>
                <c:pt idx="177" formatCode="General">
                  <c:v>1.77</c:v>
                </c:pt>
                <c:pt idx="178" formatCode="General">
                  <c:v>1.78</c:v>
                </c:pt>
                <c:pt idx="179" formatCode="General">
                  <c:v>1.79</c:v>
                </c:pt>
                <c:pt idx="180" formatCode="General">
                  <c:v>1.8</c:v>
                </c:pt>
                <c:pt idx="181" formatCode="General">
                  <c:v>1.81</c:v>
                </c:pt>
                <c:pt idx="182" formatCode="General">
                  <c:v>1.82</c:v>
                </c:pt>
                <c:pt idx="183" formatCode="General">
                  <c:v>1.83</c:v>
                </c:pt>
                <c:pt idx="184" formatCode="General">
                  <c:v>1.84</c:v>
                </c:pt>
                <c:pt idx="185" formatCode="General">
                  <c:v>1.85</c:v>
                </c:pt>
                <c:pt idx="186" formatCode="General">
                  <c:v>1.86</c:v>
                </c:pt>
                <c:pt idx="187" formatCode="General">
                  <c:v>1.87</c:v>
                </c:pt>
                <c:pt idx="188" formatCode="General">
                  <c:v>1.88</c:v>
                </c:pt>
                <c:pt idx="189" formatCode="General">
                  <c:v>1.89</c:v>
                </c:pt>
                <c:pt idx="190" formatCode="General">
                  <c:v>1.9</c:v>
                </c:pt>
                <c:pt idx="191" formatCode="General">
                  <c:v>1.91</c:v>
                </c:pt>
                <c:pt idx="192" formatCode="General">
                  <c:v>1.92</c:v>
                </c:pt>
                <c:pt idx="193" formatCode="General">
                  <c:v>1.93</c:v>
                </c:pt>
                <c:pt idx="194" formatCode="General">
                  <c:v>1.94</c:v>
                </c:pt>
                <c:pt idx="195" formatCode="General">
                  <c:v>1.95</c:v>
                </c:pt>
                <c:pt idx="196" formatCode="General">
                  <c:v>1.96</c:v>
                </c:pt>
                <c:pt idx="197" formatCode="General">
                  <c:v>1.97</c:v>
                </c:pt>
                <c:pt idx="198" formatCode="General">
                  <c:v>1.98</c:v>
                </c:pt>
                <c:pt idx="199" formatCode="General">
                  <c:v>1.99</c:v>
                </c:pt>
                <c:pt idx="200" formatCode="General">
                  <c:v>2</c:v>
                </c:pt>
                <c:pt idx="201" formatCode="General">
                  <c:v>2.0099999999999998</c:v>
                </c:pt>
                <c:pt idx="202" formatCode="General">
                  <c:v>2.02</c:v>
                </c:pt>
                <c:pt idx="203" formatCode="General">
                  <c:v>2.0299999999999998</c:v>
                </c:pt>
                <c:pt idx="204" formatCode="General">
                  <c:v>2.04</c:v>
                </c:pt>
                <c:pt idx="205" formatCode="General">
                  <c:v>2.0499999999999998</c:v>
                </c:pt>
                <c:pt idx="206" formatCode="General">
                  <c:v>2.06</c:v>
                </c:pt>
                <c:pt idx="207" formatCode="General">
                  <c:v>2.0699999999999901</c:v>
                </c:pt>
                <c:pt idx="208" formatCode="General">
                  <c:v>2.0799999999999899</c:v>
                </c:pt>
                <c:pt idx="209" formatCode="General">
                  <c:v>2.0899999999999901</c:v>
                </c:pt>
                <c:pt idx="210" formatCode="General">
                  <c:v>2.0999999999999899</c:v>
                </c:pt>
                <c:pt idx="211" formatCode="General">
                  <c:v>2.1099999999999901</c:v>
                </c:pt>
                <c:pt idx="212" formatCode="General">
                  <c:v>2.1199999999999899</c:v>
                </c:pt>
                <c:pt idx="213" formatCode="General">
                  <c:v>2.1299999999999901</c:v>
                </c:pt>
                <c:pt idx="214" formatCode="General">
                  <c:v>2.1399999999999899</c:v>
                </c:pt>
                <c:pt idx="215" formatCode="General">
                  <c:v>2.1499999999999901</c:v>
                </c:pt>
                <c:pt idx="216" formatCode="General">
                  <c:v>2.1599999999999899</c:v>
                </c:pt>
                <c:pt idx="217" formatCode="General">
                  <c:v>2.1699999999999902</c:v>
                </c:pt>
                <c:pt idx="218" formatCode="General">
                  <c:v>2.1799999999999899</c:v>
                </c:pt>
                <c:pt idx="219" formatCode="General">
                  <c:v>2.1899999999999902</c:v>
                </c:pt>
                <c:pt idx="220" formatCode="General">
                  <c:v>2.19999999999999</c:v>
                </c:pt>
                <c:pt idx="221" formatCode="General">
                  <c:v>2.2099999999999902</c:v>
                </c:pt>
                <c:pt idx="222" formatCode="General">
                  <c:v>2.21999999999999</c:v>
                </c:pt>
                <c:pt idx="223" formatCode="General">
                  <c:v>2.2299999999999902</c:v>
                </c:pt>
                <c:pt idx="224" formatCode="General">
                  <c:v>2.23999999999999</c:v>
                </c:pt>
                <c:pt idx="225" formatCode="General">
                  <c:v>2.2499999999999898</c:v>
                </c:pt>
                <c:pt idx="226" formatCode="General">
                  <c:v>2.25999999999999</c:v>
                </c:pt>
                <c:pt idx="227" formatCode="General">
                  <c:v>2.2699999999999898</c:v>
                </c:pt>
                <c:pt idx="228" formatCode="General">
                  <c:v>2.27999999999999</c:v>
                </c:pt>
                <c:pt idx="229" formatCode="General">
                  <c:v>2.2899999999999898</c:v>
                </c:pt>
                <c:pt idx="230" formatCode="General">
                  <c:v>2.2999999999999901</c:v>
                </c:pt>
                <c:pt idx="231" formatCode="General">
                  <c:v>2.3099999999999898</c:v>
                </c:pt>
                <c:pt idx="232" formatCode="General">
                  <c:v>2.3199999999999901</c:v>
                </c:pt>
                <c:pt idx="233" formatCode="General">
                  <c:v>2.3299999999999899</c:v>
                </c:pt>
                <c:pt idx="234" formatCode="General">
                  <c:v>2.3399999999999901</c:v>
                </c:pt>
                <c:pt idx="235" formatCode="General">
                  <c:v>2.3499999999999899</c:v>
                </c:pt>
                <c:pt idx="236" formatCode="General">
                  <c:v>2.3599999999999901</c:v>
                </c:pt>
                <c:pt idx="237" formatCode="General">
                  <c:v>2.3699999999999899</c:v>
                </c:pt>
                <c:pt idx="238" formatCode="General">
                  <c:v>2.3799999999999901</c:v>
                </c:pt>
                <c:pt idx="239" formatCode="General">
                  <c:v>2.3899999999999899</c:v>
                </c:pt>
                <c:pt idx="240" formatCode="General">
                  <c:v>2.3999999999999901</c:v>
                </c:pt>
                <c:pt idx="241" formatCode="General">
                  <c:v>2.4099999999999899</c:v>
                </c:pt>
                <c:pt idx="242" formatCode="General">
                  <c:v>2.4199999999999902</c:v>
                </c:pt>
                <c:pt idx="243" formatCode="General">
                  <c:v>2.4299999999999899</c:v>
                </c:pt>
                <c:pt idx="244" formatCode="General">
                  <c:v>2.4399999999999902</c:v>
                </c:pt>
                <c:pt idx="245" formatCode="General">
                  <c:v>2.44999999999999</c:v>
                </c:pt>
                <c:pt idx="246" formatCode="General">
                  <c:v>2.4599999999999902</c:v>
                </c:pt>
                <c:pt idx="247" formatCode="General">
                  <c:v>2.46999999999999</c:v>
                </c:pt>
                <c:pt idx="248" formatCode="General">
                  <c:v>2.4799999999999902</c:v>
                </c:pt>
                <c:pt idx="249" formatCode="General">
                  <c:v>2.48999999999999</c:v>
                </c:pt>
                <c:pt idx="250" formatCode="General">
                  <c:v>2.4999999999999898</c:v>
                </c:pt>
                <c:pt idx="251" formatCode="General">
                  <c:v>2.50999999999999</c:v>
                </c:pt>
                <c:pt idx="252" formatCode="General">
                  <c:v>2.5199999999999898</c:v>
                </c:pt>
                <c:pt idx="253" formatCode="General">
                  <c:v>2.52999999999999</c:v>
                </c:pt>
                <c:pt idx="254" formatCode="General">
                  <c:v>2.5399999999999801</c:v>
                </c:pt>
                <c:pt idx="255" formatCode="General">
                  <c:v>2.5499999999999798</c:v>
                </c:pt>
                <c:pt idx="256" formatCode="General">
                  <c:v>2.5599999999999801</c:v>
                </c:pt>
                <c:pt idx="257" formatCode="General">
                  <c:v>2.5699999999999799</c:v>
                </c:pt>
                <c:pt idx="258" formatCode="General">
                  <c:v>2.5799999999999801</c:v>
                </c:pt>
                <c:pt idx="259" formatCode="General">
                  <c:v>2.5899999999999799</c:v>
                </c:pt>
                <c:pt idx="260" formatCode="General">
                  <c:v>2.5999999999999801</c:v>
                </c:pt>
                <c:pt idx="261" formatCode="General">
                  <c:v>2.6099999999999799</c:v>
                </c:pt>
                <c:pt idx="262" formatCode="General">
                  <c:v>2.6199999999999801</c:v>
                </c:pt>
                <c:pt idx="263" formatCode="General">
                  <c:v>2.6299999999999799</c:v>
                </c:pt>
                <c:pt idx="264" formatCode="General">
                  <c:v>2.6399999999999801</c:v>
                </c:pt>
                <c:pt idx="265" formatCode="General">
                  <c:v>2.6499999999999799</c:v>
                </c:pt>
                <c:pt idx="266" formatCode="General">
                  <c:v>2.6599999999999802</c:v>
                </c:pt>
                <c:pt idx="267" formatCode="General">
                  <c:v>2.6699999999999799</c:v>
                </c:pt>
                <c:pt idx="268" formatCode="General">
                  <c:v>2.6799999999999802</c:v>
                </c:pt>
                <c:pt idx="269" formatCode="General">
                  <c:v>2.68999999999998</c:v>
                </c:pt>
                <c:pt idx="270" formatCode="General">
                  <c:v>2.6999999999999802</c:v>
                </c:pt>
                <c:pt idx="271" formatCode="General">
                  <c:v>2.70999999999998</c:v>
                </c:pt>
                <c:pt idx="272" formatCode="General">
                  <c:v>2.7199999999999802</c:v>
                </c:pt>
                <c:pt idx="273" formatCode="General">
                  <c:v>2.72999999999998</c:v>
                </c:pt>
                <c:pt idx="274" formatCode="General">
                  <c:v>2.7399999999999798</c:v>
                </c:pt>
                <c:pt idx="275" formatCode="General">
                  <c:v>2.74999999999998</c:v>
                </c:pt>
                <c:pt idx="276" formatCode="General">
                  <c:v>2.7599999999999798</c:v>
                </c:pt>
                <c:pt idx="277" formatCode="General">
                  <c:v>2.76999999999998</c:v>
                </c:pt>
                <c:pt idx="278" formatCode="General">
                  <c:v>2.7799999999999798</c:v>
                </c:pt>
                <c:pt idx="279" formatCode="General">
                  <c:v>2.7899999999999801</c:v>
                </c:pt>
                <c:pt idx="280" formatCode="General">
                  <c:v>2.7999999999999798</c:v>
                </c:pt>
                <c:pt idx="281" formatCode="General">
                  <c:v>2.8099999999999801</c:v>
                </c:pt>
                <c:pt idx="282" formatCode="General">
                  <c:v>2.8199999999999799</c:v>
                </c:pt>
                <c:pt idx="283" formatCode="General">
                  <c:v>2.8299999999999801</c:v>
                </c:pt>
                <c:pt idx="284" formatCode="General">
                  <c:v>2.8399999999999799</c:v>
                </c:pt>
                <c:pt idx="285" formatCode="General">
                  <c:v>2.8499999999999801</c:v>
                </c:pt>
                <c:pt idx="286" formatCode="General">
                  <c:v>2.8599999999999799</c:v>
                </c:pt>
                <c:pt idx="287" formatCode="General">
                  <c:v>2.8699999999999801</c:v>
                </c:pt>
                <c:pt idx="288" formatCode="General">
                  <c:v>2.8799999999999799</c:v>
                </c:pt>
                <c:pt idx="289" formatCode="General">
                  <c:v>2.8899999999999801</c:v>
                </c:pt>
                <c:pt idx="290" formatCode="General">
                  <c:v>2.8999999999999799</c:v>
                </c:pt>
                <c:pt idx="291" formatCode="General">
                  <c:v>2.9099999999999802</c:v>
                </c:pt>
                <c:pt idx="292" formatCode="General">
                  <c:v>2.9199999999999799</c:v>
                </c:pt>
                <c:pt idx="293" formatCode="General">
                  <c:v>2.9299999999999802</c:v>
                </c:pt>
                <c:pt idx="294" formatCode="General">
                  <c:v>2.93999999999998</c:v>
                </c:pt>
                <c:pt idx="295" formatCode="General">
                  <c:v>2.9499999999999802</c:v>
                </c:pt>
                <c:pt idx="296" formatCode="General">
                  <c:v>2.95999999999998</c:v>
                </c:pt>
                <c:pt idx="297" formatCode="General">
                  <c:v>2.9699999999999802</c:v>
                </c:pt>
                <c:pt idx="298" formatCode="General">
                  <c:v>2.97999999999998</c:v>
                </c:pt>
                <c:pt idx="299" formatCode="General">
                  <c:v>2.9899999999999798</c:v>
                </c:pt>
                <c:pt idx="300" formatCode="General">
                  <c:v>2.99999999999998</c:v>
                </c:pt>
                <c:pt idx="301" formatCode="General">
                  <c:v>3.00999999999997</c:v>
                </c:pt>
                <c:pt idx="302" formatCode="General">
                  <c:v>3.0199999999999698</c:v>
                </c:pt>
                <c:pt idx="303" formatCode="General">
                  <c:v>3.0299999999999701</c:v>
                </c:pt>
                <c:pt idx="304" formatCode="General">
                  <c:v>3.0399999999999698</c:v>
                </c:pt>
                <c:pt idx="305" formatCode="General">
                  <c:v>3.0499999999999701</c:v>
                </c:pt>
                <c:pt idx="306" formatCode="General">
                  <c:v>3.0599999999999699</c:v>
                </c:pt>
                <c:pt idx="307" formatCode="General">
                  <c:v>3.0699999999999701</c:v>
                </c:pt>
                <c:pt idx="308" formatCode="General">
                  <c:v>3.0799999999999699</c:v>
                </c:pt>
                <c:pt idx="309" formatCode="General">
                  <c:v>3.0899999999999701</c:v>
                </c:pt>
                <c:pt idx="310" formatCode="General">
                  <c:v>3.0999999999999699</c:v>
                </c:pt>
                <c:pt idx="311" formatCode="General">
                  <c:v>3.1099999999999701</c:v>
                </c:pt>
                <c:pt idx="312" formatCode="General">
                  <c:v>3.1199999999999699</c:v>
                </c:pt>
                <c:pt idx="313" formatCode="General">
                  <c:v>3.1299999999999701</c:v>
                </c:pt>
                <c:pt idx="314" formatCode="General">
                  <c:v>3.1399999999999699</c:v>
                </c:pt>
                <c:pt idx="315" formatCode="General">
                  <c:v>3.1499999999999702</c:v>
                </c:pt>
                <c:pt idx="316" formatCode="General">
                  <c:v>3.1599999999999699</c:v>
                </c:pt>
                <c:pt idx="317" formatCode="General">
                  <c:v>3.1699999999999702</c:v>
                </c:pt>
                <c:pt idx="318" formatCode="General">
                  <c:v>3.17999999999997</c:v>
                </c:pt>
                <c:pt idx="319" formatCode="General">
                  <c:v>3.1899999999999702</c:v>
                </c:pt>
                <c:pt idx="320" formatCode="General">
                  <c:v>3.19999999999997</c:v>
                </c:pt>
                <c:pt idx="321" formatCode="General">
                  <c:v>3.2099999999999702</c:v>
                </c:pt>
                <c:pt idx="322" formatCode="General">
                  <c:v>3.21999999999997</c:v>
                </c:pt>
                <c:pt idx="323" formatCode="General">
                  <c:v>3.2299999999999698</c:v>
                </c:pt>
                <c:pt idx="324" formatCode="General">
                  <c:v>3.23999999999997</c:v>
                </c:pt>
                <c:pt idx="325" formatCode="General">
                  <c:v>3.2499999999999698</c:v>
                </c:pt>
                <c:pt idx="326" formatCode="General">
                  <c:v>3.25999999999997</c:v>
                </c:pt>
                <c:pt idx="327" formatCode="General">
                  <c:v>3.2699999999999698</c:v>
                </c:pt>
                <c:pt idx="328" formatCode="General">
                  <c:v>3.2799999999999701</c:v>
                </c:pt>
                <c:pt idx="329" formatCode="General">
                  <c:v>3.2899999999999698</c:v>
                </c:pt>
                <c:pt idx="330" formatCode="General">
                  <c:v>3.2999999999999701</c:v>
                </c:pt>
                <c:pt idx="331" formatCode="General">
                  <c:v>3.3099999999999699</c:v>
                </c:pt>
                <c:pt idx="332" formatCode="General">
                  <c:v>3.3199999999999701</c:v>
                </c:pt>
                <c:pt idx="333" formatCode="General">
                  <c:v>3.3299999999999699</c:v>
                </c:pt>
                <c:pt idx="334" formatCode="General">
                  <c:v>3.3399999999999701</c:v>
                </c:pt>
                <c:pt idx="335" formatCode="General">
                  <c:v>3.3499999999999699</c:v>
                </c:pt>
                <c:pt idx="336" formatCode="General">
                  <c:v>3.3599999999999701</c:v>
                </c:pt>
                <c:pt idx="337" formatCode="General">
                  <c:v>3.3699999999999699</c:v>
                </c:pt>
                <c:pt idx="338" formatCode="General">
                  <c:v>3.3799999999999701</c:v>
                </c:pt>
                <c:pt idx="339" formatCode="General">
                  <c:v>3.3899999999999699</c:v>
                </c:pt>
                <c:pt idx="340" formatCode="General">
                  <c:v>3.3999999999999702</c:v>
                </c:pt>
                <c:pt idx="341" formatCode="General">
                  <c:v>3.4099999999999699</c:v>
                </c:pt>
                <c:pt idx="342" formatCode="General">
                  <c:v>3.4199999999999702</c:v>
                </c:pt>
                <c:pt idx="343" formatCode="General">
                  <c:v>3.42999999999997</c:v>
                </c:pt>
                <c:pt idx="344" formatCode="General">
                  <c:v>3.4399999999999702</c:v>
                </c:pt>
                <c:pt idx="345" formatCode="General">
                  <c:v>3.44999999999997</c:v>
                </c:pt>
                <c:pt idx="346" formatCode="General">
                  <c:v>3.4599999999999702</c:v>
                </c:pt>
                <c:pt idx="347" formatCode="General">
                  <c:v>3.46999999999997</c:v>
                </c:pt>
                <c:pt idx="348" formatCode="General">
                  <c:v>3.47999999999996</c:v>
                </c:pt>
                <c:pt idx="349" formatCode="General">
                  <c:v>3.4899999999999598</c:v>
                </c:pt>
                <c:pt idx="350" formatCode="General">
                  <c:v>3.49999999999996</c:v>
                </c:pt>
                <c:pt idx="351" formatCode="General">
                  <c:v>3.5099999999999598</c:v>
                </c:pt>
                <c:pt idx="352" formatCode="General">
                  <c:v>3.51999999999996</c:v>
                </c:pt>
                <c:pt idx="353" formatCode="General">
                  <c:v>3.5299999999999598</c:v>
                </c:pt>
                <c:pt idx="354" formatCode="General">
                  <c:v>3.5399999999999601</c:v>
                </c:pt>
                <c:pt idx="355" formatCode="General">
                  <c:v>3.5499999999999599</c:v>
                </c:pt>
                <c:pt idx="356" formatCode="General">
                  <c:v>3.5599999999999601</c:v>
                </c:pt>
                <c:pt idx="357" formatCode="General">
                  <c:v>3.5699999999999599</c:v>
                </c:pt>
                <c:pt idx="358" formatCode="General">
                  <c:v>3.5799999999999601</c:v>
                </c:pt>
                <c:pt idx="359" formatCode="General">
                  <c:v>3.5899999999999599</c:v>
                </c:pt>
                <c:pt idx="360" formatCode="General">
                  <c:v>3.5999999999999601</c:v>
                </c:pt>
                <c:pt idx="361" formatCode="General">
                  <c:v>3.6099999999999599</c:v>
                </c:pt>
                <c:pt idx="362" formatCode="General">
                  <c:v>3.6199999999999601</c:v>
                </c:pt>
                <c:pt idx="363" formatCode="General">
                  <c:v>3.6299999999999599</c:v>
                </c:pt>
                <c:pt idx="364" formatCode="General">
                  <c:v>3.6399999999999602</c:v>
                </c:pt>
                <c:pt idx="365" formatCode="General">
                  <c:v>3.6499999999999599</c:v>
                </c:pt>
                <c:pt idx="366" formatCode="General">
                  <c:v>3.6599999999999602</c:v>
                </c:pt>
                <c:pt idx="367" formatCode="General">
                  <c:v>3.66999999999996</c:v>
                </c:pt>
                <c:pt idx="368" formatCode="General">
                  <c:v>3.6799999999999602</c:v>
                </c:pt>
                <c:pt idx="369" formatCode="General">
                  <c:v>3.68999999999996</c:v>
                </c:pt>
                <c:pt idx="370" formatCode="General">
                  <c:v>3.6999999999999602</c:v>
                </c:pt>
                <c:pt idx="371" formatCode="General">
                  <c:v>3.70999999999996</c:v>
                </c:pt>
                <c:pt idx="372" formatCode="General">
                  <c:v>3.7199999999999598</c:v>
                </c:pt>
                <c:pt idx="373" formatCode="General">
                  <c:v>3.72999999999996</c:v>
                </c:pt>
                <c:pt idx="374" formatCode="General">
                  <c:v>3.7399999999999598</c:v>
                </c:pt>
                <c:pt idx="375" formatCode="General">
                  <c:v>3.74999999999996</c:v>
                </c:pt>
                <c:pt idx="376" formatCode="General">
                  <c:v>3.7599999999999598</c:v>
                </c:pt>
                <c:pt idx="377" formatCode="General">
                  <c:v>3.76999999999996</c:v>
                </c:pt>
                <c:pt idx="378" formatCode="General">
                  <c:v>3.7799999999999598</c:v>
                </c:pt>
                <c:pt idx="379" formatCode="General">
                  <c:v>3.7899999999999601</c:v>
                </c:pt>
                <c:pt idx="380" formatCode="General">
                  <c:v>3.7999999999999599</c:v>
                </c:pt>
                <c:pt idx="381" formatCode="General">
                  <c:v>3.8099999999999601</c:v>
                </c:pt>
                <c:pt idx="382" formatCode="General">
                  <c:v>3.8199999999999599</c:v>
                </c:pt>
                <c:pt idx="383" formatCode="General">
                  <c:v>3.8299999999999601</c:v>
                </c:pt>
                <c:pt idx="384" formatCode="General">
                  <c:v>3.8399999999999599</c:v>
                </c:pt>
                <c:pt idx="385" formatCode="General">
                  <c:v>3.8499999999999601</c:v>
                </c:pt>
                <c:pt idx="386" formatCode="General">
                  <c:v>3.8599999999999599</c:v>
                </c:pt>
                <c:pt idx="387" formatCode="General">
                  <c:v>3.8699999999999601</c:v>
                </c:pt>
                <c:pt idx="388" formatCode="General">
                  <c:v>3.8799999999999599</c:v>
                </c:pt>
                <c:pt idx="389" formatCode="General">
                  <c:v>3.8899999999999602</c:v>
                </c:pt>
                <c:pt idx="390" formatCode="General">
                  <c:v>3.8999999999999599</c:v>
                </c:pt>
                <c:pt idx="391" formatCode="General">
                  <c:v>3.9099999999999602</c:v>
                </c:pt>
                <c:pt idx="392" formatCode="General">
                  <c:v>3.91999999999996</c:v>
                </c:pt>
                <c:pt idx="393" formatCode="General">
                  <c:v>3.9299999999999602</c:v>
                </c:pt>
                <c:pt idx="394" formatCode="General">
                  <c:v>3.93999999999996</c:v>
                </c:pt>
                <c:pt idx="395" formatCode="General">
                  <c:v>3.94999999999995</c:v>
                </c:pt>
                <c:pt idx="396" formatCode="General">
                  <c:v>3.9599999999999498</c:v>
                </c:pt>
                <c:pt idx="397" formatCode="General">
                  <c:v>3.96999999999995</c:v>
                </c:pt>
                <c:pt idx="398" formatCode="General">
                  <c:v>3.9799999999999498</c:v>
                </c:pt>
                <c:pt idx="399" formatCode="General">
                  <c:v>3.98999999999995</c:v>
                </c:pt>
                <c:pt idx="400" formatCode="General">
                  <c:v>3.9999999999999498</c:v>
                </c:pt>
                <c:pt idx="401" formatCode="General">
                  <c:v>4.00999999999995</c:v>
                </c:pt>
                <c:pt idx="402" formatCode="General">
                  <c:v>4.0199999999999498</c:v>
                </c:pt>
                <c:pt idx="403" formatCode="General">
                  <c:v>4.0299999999999496</c:v>
                </c:pt>
                <c:pt idx="404" formatCode="General">
                  <c:v>4.0399999999999503</c:v>
                </c:pt>
                <c:pt idx="405" formatCode="General">
                  <c:v>4.0499999999999501</c:v>
                </c:pt>
                <c:pt idx="406" formatCode="General">
                  <c:v>4.0599999999999499</c:v>
                </c:pt>
                <c:pt idx="407" formatCode="General">
                  <c:v>4.0699999999999497</c:v>
                </c:pt>
                <c:pt idx="408" formatCode="General">
                  <c:v>4.0799999999999503</c:v>
                </c:pt>
                <c:pt idx="409" formatCode="General">
                  <c:v>4.0899999999999501</c:v>
                </c:pt>
                <c:pt idx="410" formatCode="General">
                  <c:v>4.0999999999999499</c:v>
                </c:pt>
                <c:pt idx="411" formatCode="General">
                  <c:v>4.1099999999999497</c:v>
                </c:pt>
                <c:pt idx="412" formatCode="General">
                  <c:v>4.1199999999999504</c:v>
                </c:pt>
                <c:pt idx="413" formatCode="General">
                  <c:v>4.1299999999999502</c:v>
                </c:pt>
                <c:pt idx="414" formatCode="General">
                  <c:v>4.1399999999999499</c:v>
                </c:pt>
                <c:pt idx="415" formatCode="General">
                  <c:v>4.1499999999999497</c:v>
                </c:pt>
                <c:pt idx="416" formatCode="General">
                  <c:v>4.1599999999999504</c:v>
                </c:pt>
                <c:pt idx="417" formatCode="General">
                  <c:v>4.1699999999999502</c:v>
                </c:pt>
                <c:pt idx="418" formatCode="General">
                  <c:v>4.17999999999995</c:v>
                </c:pt>
                <c:pt idx="419" formatCode="General">
                  <c:v>4.1899999999999498</c:v>
                </c:pt>
                <c:pt idx="420" formatCode="General">
                  <c:v>4.1999999999999504</c:v>
                </c:pt>
                <c:pt idx="421" formatCode="General">
                  <c:v>4.2099999999999502</c:v>
                </c:pt>
                <c:pt idx="422" formatCode="General">
                  <c:v>4.21999999999995</c:v>
                </c:pt>
                <c:pt idx="423" formatCode="General">
                  <c:v>4.2299999999999498</c:v>
                </c:pt>
                <c:pt idx="424" formatCode="General">
                  <c:v>4.2399999999999496</c:v>
                </c:pt>
                <c:pt idx="425" formatCode="General">
                  <c:v>4.2499999999999503</c:v>
                </c:pt>
                <c:pt idx="426" formatCode="General">
                  <c:v>4.25999999999995</c:v>
                </c:pt>
                <c:pt idx="427" formatCode="General">
                  <c:v>4.2699999999999498</c:v>
                </c:pt>
                <c:pt idx="428" formatCode="General">
                  <c:v>4.2799999999999496</c:v>
                </c:pt>
                <c:pt idx="429" formatCode="General">
                  <c:v>4.2899999999999503</c:v>
                </c:pt>
                <c:pt idx="430" formatCode="General">
                  <c:v>4.2999999999999501</c:v>
                </c:pt>
                <c:pt idx="431" formatCode="General">
                  <c:v>4.3099999999999499</c:v>
                </c:pt>
                <c:pt idx="432" formatCode="General">
                  <c:v>4.3199999999999497</c:v>
                </c:pt>
                <c:pt idx="433" formatCode="General">
                  <c:v>4.3299999999999503</c:v>
                </c:pt>
                <c:pt idx="434" formatCode="General">
                  <c:v>4.3399999999999501</c:v>
                </c:pt>
                <c:pt idx="435" formatCode="General">
                  <c:v>4.3499999999999499</c:v>
                </c:pt>
                <c:pt idx="436" formatCode="General">
                  <c:v>4.3599999999999497</c:v>
                </c:pt>
                <c:pt idx="437" formatCode="General">
                  <c:v>4.3699999999999504</c:v>
                </c:pt>
                <c:pt idx="438" formatCode="General">
                  <c:v>4.3799999999999502</c:v>
                </c:pt>
                <c:pt idx="439" formatCode="General">
                  <c:v>4.3899999999999499</c:v>
                </c:pt>
                <c:pt idx="440" formatCode="General">
                  <c:v>4.3999999999999497</c:v>
                </c:pt>
                <c:pt idx="441" formatCode="General">
                  <c:v>4.4099999999999504</c:v>
                </c:pt>
                <c:pt idx="442" formatCode="General">
                  <c:v>4.4199999999999502</c:v>
                </c:pt>
                <c:pt idx="443" formatCode="General">
                  <c:v>4.42999999999995</c:v>
                </c:pt>
                <c:pt idx="444" formatCode="General">
                  <c:v>4.43999999999994</c:v>
                </c:pt>
                <c:pt idx="445" formatCode="General">
                  <c:v>4.4499999999999398</c:v>
                </c:pt>
                <c:pt idx="446" formatCode="General">
                  <c:v>4.4599999999999396</c:v>
                </c:pt>
                <c:pt idx="447" formatCode="General">
                  <c:v>4.4699999999999402</c:v>
                </c:pt>
                <c:pt idx="448" formatCode="General">
                  <c:v>4.47999999999994</c:v>
                </c:pt>
                <c:pt idx="449" formatCode="General">
                  <c:v>4.4899999999999398</c:v>
                </c:pt>
                <c:pt idx="450" formatCode="General">
                  <c:v>4.4999999999999396</c:v>
                </c:pt>
                <c:pt idx="451" formatCode="General">
                  <c:v>4.5099999999999403</c:v>
                </c:pt>
                <c:pt idx="452" formatCode="General">
                  <c:v>4.5199999999999401</c:v>
                </c:pt>
                <c:pt idx="453" formatCode="General">
                  <c:v>4.5299999999999399</c:v>
                </c:pt>
                <c:pt idx="454" formatCode="General">
                  <c:v>4.5399999999999396</c:v>
                </c:pt>
                <c:pt idx="455" formatCode="General">
                  <c:v>4.5499999999999403</c:v>
                </c:pt>
                <c:pt idx="456" formatCode="General">
                  <c:v>4.5599999999999401</c:v>
                </c:pt>
                <c:pt idx="457" formatCode="General">
                  <c:v>4.5699999999999399</c:v>
                </c:pt>
                <c:pt idx="458" formatCode="General">
                  <c:v>4.5799999999999397</c:v>
                </c:pt>
                <c:pt idx="459" formatCode="General">
                  <c:v>4.5899999999999403</c:v>
                </c:pt>
                <c:pt idx="460" formatCode="General">
                  <c:v>4.5999999999999401</c:v>
                </c:pt>
                <c:pt idx="461" formatCode="General">
                  <c:v>4.6099999999999399</c:v>
                </c:pt>
                <c:pt idx="462" formatCode="General">
                  <c:v>4.6199999999999397</c:v>
                </c:pt>
                <c:pt idx="463" formatCode="General">
                  <c:v>4.6299999999999404</c:v>
                </c:pt>
                <c:pt idx="464" formatCode="General">
                  <c:v>4.6399999999999402</c:v>
                </c:pt>
                <c:pt idx="465" formatCode="General">
                  <c:v>4.64999999999994</c:v>
                </c:pt>
                <c:pt idx="466" formatCode="General">
                  <c:v>4.6599999999999397</c:v>
                </c:pt>
                <c:pt idx="467" formatCode="General">
                  <c:v>4.6699999999999404</c:v>
                </c:pt>
                <c:pt idx="468" formatCode="General">
                  <c:v>4.6799999999999402</c:v>
                </c:pt>
                <c:pt idx="469" formatCode="General">
                  <c:v>4.68999999999994</c:v>
                </c:pt>
                <c:pt idx="470" formatCode="General">
                  <c:v>4.6999999999999398</c:v>
                </c:pt>
                <c:pt idx="471" formatCode="General">
                  <c:v>4.7099999999999396</c:v>
                </c:pt>
                <c:pt idx="472" formatCode="General">
                  <c:v>4.7199999999999402</c:v>
                </c:pt>
                <c:pt idx="473" formatCode="General">
                  <c:v>4.72999999999994</c:v>
                </c:pt>
                <c:pt idx="474" formatCode="General">
                  <c:v>4.7399999999999398</c:v>
                </c:pt>
                <c:pt idx="475" formatCode="General">
                  <c:v>4.7499999999999396</c:v>
                </c:pt>
                <c:pt idx="476" formatCode="General">
                  <c:v>4.7599999999999403</c:v>
                </c:pt>
                <c:pt idx="477" formatCode="General">
                  <c:v>4.7699999999999401</c:v>
                </c:pt>
                <c:pt idx="478" formatCode="General">
                  <c:v>4.7799999999999399</c:v>
                </c:pt>
                <c:pt idx="479" formatCode="General">
                  <c:v>4.7899999999999396</c:v>
                </c:pt>
                <c:pt idx="480" formatCode="General">
                  <c:v>4.7999999999999403</c:v>
                </c:pt>
                <c:pt idx="481" formatCode="General">
                  <c:v>4.8099999999999401</c:v>
                </c:pt>
                <c:pt idx="482" formatCode="General">
                  <c:v>4.8199999999999399</c:v>
                </c:pt>
                <c:pt idx="483" formatCode="General">
                  <c:v>4.8299999999999397</c:v>
                </c:pt>
                <c:pt idx="484" formatCode="General">
                  <c:v>4.8399999999999403</c:v>
                </c:pt>
                <c:pt idx="485" formatCode="General">
                  <c:v>4.8499999999999401</c:v>
                </c:pt>
                <c:pt idx="486" formatCode="General">
                  <c:v>4.8599999999999399</c:v>
                </c:pt>
                <c:pt idx="487" formatCode="General">
                  <c:v>4.8699999999999397</c:v>
                </c:pt>
                <c:pt idx="488" formatCode="General">
                  <c:v>4.8799999999999404</c:v>
                </c:pt>
                <c:pt idx="489" formatCode="General">
                  <c:v>4.8899999999999402</c:v>
                </c:pt>
                <c:pt idx="490" formatCode="General">
                  <c:v>4.89999999999994</c:v>
                </c:pt>
                <c:pt idx="491" formatCode="General">
                  <c:v>4.90999999999993</c:v>
                </c:pt>
                <c:pt idx="492" formatCode="General">
                  <c:v>4.9199999999999298</c:v>
                </c:pt>
                <c:pt idx="493" formatCode="General">
                  <c:v>4.9299999999999304</c:v>
                </c:pt>
                <c:pt idx="494" formatCode="General">
                  <c:v>4.9399999999999302</c:v>
                </c:pt>
                <c:pt idx="495" formatCode="General">
                  <c:v>4.94999999999993</c:v>
                </c:pt>
                <c:pt idx="496" formatCode="General">
                  <c:v>4.9599999999999298</c:v>
                </c:pt>
                <c:pt idx="497" formatCode="General">
                  <c:v>4.9699999999999296</c:v>
                </c:pt>
                <c:pt idx="498" formatCode="General">
                  <c:v>4.9799999999999303</c:v>
                </c:pt>
                <c:pt idx="499" formatCode="General">
                  <c:v>4.98999999999993</c:v>
                </c:pt>
                <c:pt idx="500" formatCode="General">
                  <c:v>4.9999999999999298</c:v>
                </c:pt>
                <c:pt idx="501" formatCode="General">
                  <c:v>5.0099999999999296</c:v>
                </c:pt>
              </c:numCache>
            </c:numRef>
          </c:xVal>
          <c:yVal>
            <c:numRef>
              <c:f>'-2.0'!$K$2:$K$503</c:f>
              <c:numCache>
                <c:formatCode>General</c:formatCode>
                <c:ptCount val="502"/>
                <c:pt idx="0">
                  <c:v>20</c:v>
                </c:pt>
                <c:pt idx="1">
                  <c:v>19.930201007672899</c:v>
                </c:pt>
                <c:pt idx="2">
                  <c:v>19.8604020218032</c:v>
                </c:pt>
                <c:pt idx="3">
                  <c:v>19.7906030488193</c:v>
                </c:pt>
                <c:pt idx="4">
                  <c:v>19.720804095118201</c:v>
                </c:pt>
                <c:pt idx="5">
                  <c:v>19.6510051670659</c:v>
                </c:pt>
                <c:pt idx="6">
                  <c:v>19.5812062709972</c:v>
                </c:pt>
                <c:pt idx="7">
                  <c:v>19.511407413216599</c:v>
                </c:pt>
                <c:pt idx="8">
                  <c:v>19.441608599997899</c:v>
                </c:pt>
                <c:pt idx="9">
                  <c:v>19.371809837584401</c:v>
                </c:pt>
                <c:pt idx="10">
                  <c:v>19.302011132189801</c:v>
                </c:pt>
                <c:pt idx="11">
                  <c:v>19.2322124899976</c:v>
                </c:pt>
                <c:pt idx="12">
                  <c:v>19.162413917161899</c:v>
                </c:pt>
                <c:pt idx="13">
                  <c:v>19.092615419807299</c:v>
                </c:pt>
                <c:pt idx="14">
                  <c:v>19.022817004029299</c:v>
                </c:pt>
                <c:pt idx="15">
                  <c:v>18.953018675894299</c:v>
                </c:pt>
                <c:pt idx="16">
                  <c:v>18.883220441440098</c:v>
                </c:pt>
                <c:pt idx="17">
                  <c:v>18.813422306675999</c:v>
                </c:pt>
                <c:pt idx="18">
                  <c:v>18.743624277582899</c:v>
                </c:pt>
                <c:pt idx="19">
                  <c:v>18.6738263601138</c:v>
                </c:pt>
                <c:pt idx="20">
                  <c:v>18.604028560193601</c:v>
                </c:pt>
                <c:pt idx="21">
                  <c:v>18.5342308837199</c:v>
                </c:pt>
                <c:pt idx="22">
                  <c:v>18.464433336562699</c:v>
                </c:pt>
                <c:pt idx="23">
                  <c:v>18.3946359245647</c:v>
                </c:pt>
                <c:pt idx="24">
                  <c:v>18.324838653541999</c:v>
                </c:pt>
                <c:pt idx="25">
                  <c:v>18.255041529283702</c:v>
                </c:pt>
                <c:pt idx="26">
                  <c:v>18.185244557552402</c:v>
                </c:pt>
                <c:pt idx="27">
                  <c:v>18.115447744084602</c:v>
                </c:pt>
                <c:pt idx="28">
                  <c:v>18.045651094590401</c:v>
                </c:pt>
                <c:pt idx="29">
                  <c:v>17.9758546147545</c:v>
                </c:pt>
                <c:pt idx="30">
                  <c:v>17.9060583102357</c:v>
                </c:pt>
                <c:pt idx="31">
                  <c:v>17.836262186667401</c:v>
                </c:pt>
                <c:pt idx="32">
                  <c:v>17.766466249657999</c:v>
                </c:pt>
                <c:pt idx="33">
                  <c:v>17.696670504790699</c:v>
                </c:pt>
                <c:pt idx="34">
                  <c:v>17.626874957624199</c:v>
                </c:pt>
                <c:pt idx="35">
                  <c:v>17.5570796136927</c:v>
                </c:pt>
                <c:pt idx="36">
                  <c:v>17.487284478505899</c:v>
                </c:pt>
                <c:pt idx="37">
                  <c:v>17.417489557549601</c:v>
                </c:pt>
                <c:pt idx="38">
                  <c:v>17.347694856285901</c:v>
                </c:pt>
                <c:pt idx="39">
                  <c:v>17.277900380153</c:v>
                </c:pt>
                <c:pt idx="40">
                  <c:v>17.208106134565799</c:v>
                </c:pt>
                <c:pt idx="41">
                  <c:v>17.138312124916201</c:v>
                </c:pt>
                <c:pt idx="42">
                  <c:v>17.068518356572898</c:v>
                </c:pt>
                <c:pt idx="43">
                  <c:v>16.998724834882101</c:v>
                </c:pt>
                <c:pt idx="44">
                  <c:v>16.9289315651673</c:v>
                </c:pt>
                <c:pt idx="45">
                  <c:v>16.859138552729799</c:v>
                </c:pt>
                <c:pt idx="46">
                  <c:v>16.789345802848899</c:v>
                </c:pt>
                <c:pt idx="47">
                  <c:v>16.719553320781799</c:v>
                </c:pt>
                <c:pt idx="48">
                  <c:v>16.649761111764299</c:v>
                </c:pt>
                <c:pt idx="49">
                  <c:v>16.579969181010799</c:v>
                </c:pt>
                <c:pt idx="50">
                  <c:v>16.510177533714302</c:v>
                </c:pt>
                <c:pt idx="51">
                  <c:v>16.440386175046999</c:v>
                </c:pt>
                <c:pt idx="52">
                  <c:v>16.370595110160298</c:v>
                </c:pt>
                <c:pt idx="53">
                  <c:v>16.300804344185</c:v>
                </c:pt>
                <c:pt idx="54">
                  <c:v>16.231013882231501</c:v>
                </c:pt>
                <c:pt idx="55">
                  <c:v>16.1612237293904</c:v>
                </c:pt>
                <c:pt idx="56">
                  <c:v>16.091433890731999</c:v>
                </c:pt>
                <c:pt idx="57">
                  <c:v>16.021644371307101</c:v>
                </c:pt>
                <c:pt idx="58">
                  <c:v>15.951855176146999</c:v>
                </c:pt>
                <c:pt idx="59">
                  <c:v>15.8820663102639</c:v>
                </c:pt>
                <c:pt idx="60">
                  <c:v>15.812277778650699</c:v>
                </c:pt>
                <c:pt idx="61">
                  <c:v>15.7424895862816</c:v>
                </c:pt>
                <c:pt idx="62">
                  <c:v>15.672701738112</c:v>
                </c:pt>
                <c:pt idx="63">
                  <c:v>15.602914239079199</c:v>
                </c:pt>
                <c:pt idx="64">
                  <c:v>15.533127094102101</c:v>
                </c:pt>
                <c:pt idx="65">
                  <c:v>15.463340308081399</c:v>
                </c:pt>
                <c:pt idx="66">
                  <c:v>15.3935538859005</c:v>
                </c:pt>
                <c:pt idx="67">
                  <c:v>15.3237678324247</c:v>
                </c:pt>
                <c:pt idx="68">
                  <c:v>15.253982152502401</c:v>
                </c:pt>
                <c:pt idx="69">
                  <c:v>15.1841968509643</c:v>
                </c:pt>
                <c:pt idx="70">
                  <c:v>15.1144119326246</c:v>
                </c:pt>
                <c:pt idx="71">
                  <c:v>15.0446274022806</c:v>
                </c:pt>
                <c:pt idx="72">
                  <c:v>14.974843264712799</c:v>
                </c:pt>
                <c:pt idx="73">
                  <c:v>14.905059524685701</c:v>
                </c:pt>
                <c:pt idx="74">
                  <c:v>14.8352761869474</c:v>
                </c:pt>
                <c:pt idx="75">
                  <c:v>14.765493256230201</c:v>
                </c:pt>
                <c:pt idx="76">
                  <c:v>14.695710737250399</c:v>
                </c:pt>
                <c:pt idx="77">
                  <c:v>14.6259286347091</c:v>
                </c:pt>
                <c:pt idx="78">
                  <c:v>14.556146953291799</c:v>
                </c:pt>
                <c:pt idx="79">
                  <c:v>14.4863656976688</c:v>
                </c:pt>
                <c:pt idx="80">
                  <c:v>14.416584872495701</c:v>
                </c:pt>
                <c:pt idx="81">
                  <c:v>14.346804482413001</c:v>
                </c:pt>
                <c:pt idx="82">
                  <c:v>14.2770245320469</c:v>
                </c:pt>
                <c:pt idx="83">
                  <c:v>14.207245026009</c:v>
                </c:pt>
                <c:pt idx="84">
                  <c:v>14.1374659688968</c:v>
                </c:pt>
                <c:pt idx="85">
                  <c:v>14.067687365294001</c:v>
                </c:pt>
                <c:pt idx="86">
                  <c:v>13.997909219770101</c:v>
                </c:pt>
                <c:pt idx="87">
                  <c:v>13.928131536881301</c:v>
                </c:pt>
                <c:pt idx="88">
                  <c:v>13.8583543211703</c:v>
                </c:pt>
                <c:pt idx="89">
                  <c:v>13.7885775771664</c:v>
                </c:pt>
                <c:pt idx="90">
                  <c:v>13.7188013093861</c:v>
                </c:pt>
                <c:pt idx="91">
                  <c:v>13.649025522332799</c:v>
                </c:pt>
                <c:pt idx="92">
                  <c:v>13.5792502204974</c:v>
                </c:pt>
                <c:pt idx="93">
                  <c:v>13.509475408358201</c:v>
                </c:pt>
                <c:pt idx="94">
                  <c:v>13.439701090381099</c:v>
                </c:pt>
                <c:pt idx="95">
                  <c:v>13.369927271020099</c:v>
                </c:pt>
                <c:pt idx="96">
                  <c:v>13.3001539547171</c:v>
                </c:pt>
                <c:pt idx="97">
                  <c:v>13.2303811459022</c:v>
                </c:pt>
                <c:pt idx="98">
                  <c:v>13.160608848993901</c:v>
                </c:pt>
                <c:pt idx="99">
                  <c:v>13.0908370683994</c:v>
                </c:pt>
                <c:pt idx="100">
                  <c:v>13.0210658085144</c:v>
                </c:pt>
                <c:pt idx="101">
                  <c:v>12.9512950737239</c:v>
                </c:pt>
                <c:pt idx="102">
                  <c:v>12.881524868401801</c:v>
                </c:pt>
                <c:pt idx="103">
                  <c:v>12.811755196911101</c:v>
                </c:pt>
                <c:pt idx="104">
                  <c:v>12.7419860636046</c:v>
                </c:pt>
                <c:pt idx="105">
                  <c:v>12.672217472824499</c:v>
                </c:pt>
                <c:pt idx="106">
                  <c:v>12.6024494289028</c:v>
                </c:pt>
                <c:pt idx="107">
                  <c:v>12.532681936161501</c:v>
                </c:pt>
                <c:pt idx="108">
                  <c:v>12.462914998912799</c:v>
                </c:pt>
                <c:pt idx="109">
                  <c:v>12.393148621459099</c:v>
                </c:pt>
                <c:pt idx="110">
                  <c:v>12.3233828080932</c:v>
                </c:pt>
                <c:pt idx="111">
                  <c:v>12.2536175630985</c:v>
                </c:pt>
                <c:pt idx="112">
                  <c:v>12.183852890749501</c:v>
                </c:pt>
                <c:pt idx="113">
                  <c:v>12.1140887953113</c:v>
                </c:pt>
                <c:pt idx="114">
                  <c:v>12.0443252810401</c:v>
                </c:pt>
                <c:pt idx="115">
                  <c:v>11.9745623521836</c:v>
                </c:pt>
                <c:pt idx="116">
                  <c:v>11.9048000129808</c:v>
                </c:pt>
                <c:pt idx="117">
                  <c:v>11.835038267662201</c:v>
                </c:pt>
                <c:pt idx="118">
                  <c:v>11.765277120450101</c:v>
                </c:pt>
                <c:pt idx="119">
                  <c:v>11.695516575558701</c:v>
                </c:pt>
                <c:pt idx="120">
                  <c:v>11.6257566371943</c:v>
                </c:pt>
                <c:pt idx="121">
                  <c:v>11.555997309555201</c:v>
                </c:pt>
                <c:pt idx="122">
                  <c:v>11.4862385968322</c:v>
                </c:pt>
                <c:pt idx="123">
                  <c:v>11.4164805032086</c:v>
                </c:pt>
                <c:pt idx="124">
                  <c:v>11.346723032860201</c:v>
                </c:pt>
                <c:pt idx="125">
                  <c:v>11.2769661899558</c:v>
                </c:pt>
                <c:pt idx="126">
                  <c:v>11.207209978656801</c:v>
                </c:pt>
                <c:pt idx="127">
                  <c:v>11.137454403118101</c:v>
                </c:pt>
                <c:pt idx="128">
                  <c:v>11.067699467487399</c:v>
                </c:pt>
                <c:pt idx="129">
                  <c:v>10.997945175906199</c:v>
                </c:pt>
                <c:pt idx="130">
                  <c:v>10.928191532509</c:v>
                </c:pt>
                <c:pt idx="131">
                  <c:v>10.858438541424499</c:v>
                </c:pt>
                <c:pt idx="132">
                  <c:v>10.788686206774599</c:v>
                </c:pt>
                <c:pt idx="133">
                  <c:v>10.7189345326757</c:v>
                </c:pt>
                <c:pt idx="134">
                  <c:v>10.649183523237699</c:v>
                </c:pt>
                <c:pt idx="135">
                  <c:v>10.5794331825652</c:v>
                </c:pt>
                <c:pt idx="136">
                  <c:v>10.5096835147567</c:v>
                </c:pt>
                <c:pt idx="137">
                  <c:v>10.4399345239054</c:v>
                </c:pt>
                <c:pt idx="138">
                  <c:v>10.370186214099</c:v>
                </c:pt>
                <c:pt idx="139">
                  <c:v>10.300438589420001</c:v>
                </c:pt>
                <c:pt idx="140">
                  <c:v>10.2306916539457</c:v>
                </c:pt>
                <c:pt idx="141">
                  <c:v>10.1609454117482</c:v>
                </c:pt>
                <c:pt idx="142">
                  <c:v>10.091199866895099</c:v>
                </c:pt>
                <c:pt idx="143">
                  <c:v>10.0214550234488</c:v>
                </c:pt>
                <c:pt idx="144">
                  <c:v>9.95171088546733</c:v>
                </c:pt>
                <c:pt idx="145">
                  <c:v>9.8819674570040306</c:v>
                </c:pt>
                <c:pt idx="146">
                  <c:v>9.8122247421079098</c:v>
                </c:pt>
                <c:pt idx="147">
                  <c:v>9.7424827448237004</c:v>
                </c:pt>
                <c:pt idx="148">
                  <c:v>9.67274146919193</c:v>
                </c:pt>
                <c:pt idx="149">
                  <c:v>9.6030009192490802</c:v>
                </c:pt>
                <c:pt idx="150">
                  <c:v>9.53326109902771</c:v>
                </c:pt>
                <c:pt idx="151">
                  <c:v>9.4635220125565507</c:v>
                </c:pt>
                <c:pt idx="152">
                  <c:v>9.3937836638606402</c:v>
                </c:pt>
                <c:pt idx="153">
                  <c:v>9.3240460569614001</c:v>
                </c:pt>
                <c:pt idx="154">
                  <c:v>9.2543091958767807</c:v>
                </c:pt>
                <c:pt idx="155">
                  <c:v>9.1845730846213698</c:v>
                </c:pt>
                <c:pt idx="156">
                  <c:v>9.1148377272064902</c:v>
                </c:pt>
                <c:pt idx="157">
                  <c:v>9.0451031276402993</c:v>
                </c:pt>
                <c:pt idx="158">
                  <c:v>8.9753692899279098</c:v>
                </c:pt>
                <c:pt idx="159">
                  <c:v>8.9056362180715105</c:v>
                </c:pt>
                <c:pt idx="160">
                  <c:v>8.8359039160704107</c:v>
                </c:pt>
                <c:pt idx="161">
                  <c:v>8.7661723879212303</c:v>
                </c:pt>
                <c:pt idx="162">
                  <c:v>8.6964416376179301</c:v>
                </c:pt>
                <c:pt idx="163">
                  <c:v>8.6267116691519306</c:v>
                </c:pt>
                <c:pt idx="164">
                  <c:v>8.5569824865122506</c:v>
                </c:pt>
                <c:pt idx="165">
                  <c:v>8.4872540936855394</c:v>
                </c:pt>
                <c:pt idx="166">
                  <c:v>8.4175264946562205</c:v>
                </c:pt>
                <c:pt idx="167">
                  <c:v>8.3477996934065803</c:v>
                </c:pt>
                <c:pt idx="168">
                  <c:v>8.2780736939168502</c:v>
                </c:pt>
                <c:pt idx="169">
                  <c:v>8.2083485001653003</c:v>
                </c:pt>
                <c:pt idx="170">
                  <c:v>8.1386241161283408</c:v>
                </c:pt>
                <c:pt idx="171">
                  <c:v>8.06890054578062</c:v>
                </c:pt>
                <c:pt idx="172">
                  <c:v>7.9991777930951002</c:v>
                </c:pt>
                <c:pt idx="173">
                  <c:v>7.9294558620431301</c:v>
                </c:pt>
                <c:pt idx="174">
                  <c:v>7.8597347565945697</c:v>
                </c:pt>
                <c:pt idx="175">
                  <c:v>7.7900144807178604</c:v>
                </c:pt>
                <c:pt idx="176">
                  <c:v>7.7202950383801099</c:v>
                </c:pt>
                <c:pt idx="177">
                  <c:v>7.6505764335471502</c:v>
                </c:pt>
                <c:pt idx="178">
                  <c:v>7.5808586701836802</c:v>
                </c:pt>
                <c:pt idx="179">
                  <c:v>7.5111417522532804</c:v>
                </c:pt>
                <c:pt idx="180">
                  <c:v>7.4414256837185402</c:v>
                </c:pt>
                <c:pt idx="181">
                  <c:v>7.3717104685411199</c:v>
                </c:pt>
                <c:pt idx="182">
                  <c:v>7.3019961106818201</c:v>
                </c:pt>
                <c:pt idx="183">
                  <c:v>7.23228261410069</c:v>
                </c:pt>
                <c:pt idx="184">
                  <c:v>7.1625699827570504</c:v>
                </c:pt>
                <c:pt idx="185">
                  <c:v>7.0928582206096404</c:v>
                </c:pt>
                <c:pt idx="186">
                  <c:v>7.0231473316165998</c:v>
                </c:pt>
                <c:pt idx="187">
                  <c:v>6.9534373197356496</c:v>
                </c:pt>
                <c:pt idx="188">
                  <c:v>6.8837281889240503</c:v>
                </c:pt>
                <c:pt idx="189">
                  <c:v>6.8140199431387698</c:v>
                </c:pt>
                <c:pt idx="190">
                  <c:v>6.7443125863364797</c:v>
                </c:pt>
                <c:pt idx="191">
                  <c:v>6.6746061224736799</c:v>
                </c:pt>
                <c:pt idx="192">
                  <c:v>6.6049005555067097</c:v>
                </c:pt>
                <c:pt idx="193">
                  <c:v>6.5351958893918596</c:v>
                </c:pt>
                <c:pt idx="194">
                  <c:v>6.4654921280854296</c:v>
                </c:pt>
                <c:pt idx="195">
                  <c:v>6.39578927554376</c:v>
                </c:pt>
                <c:pt idx="196">
                  <c:v>6.3260873357233303</c:v>
                </c:pt>
                <c:pt idx="197">
                  <c:v>6.2563863125807897</c:v>
                </c:pt>
                <c:pt idx="198">
                  <c:v>6.1866862100730602</c:v>
                </c:pt>
                <c:pt idx="199">
                  <c:v>6.1169870321573496</c:v>
                </c:pt>
                <c:pt idx="200">
                  <c:v>6.0472887827912203</c:v>
                </c:pt>
                <c:pt idx="201">
                  <c:v>5.9790491566670596</c:v>
                </c:pt>
                <c:pt idx="202">
                  <c:v>5.9151981391668604</c:v>
                </c:pt>
                <c:pt idx="203">
                  <c:v>5.8557981294925199</c:v>
                </c:pt>
                <c:pt idx="204">
                  <c:v>5.8008768837568097</c:v>
                </c:pt>
                <c:pt idx="205">
                  <c:v>5.75042996074838</c:v>
                </c:pt>
                <c:pt idx="206">
                  <c:v>5.7044230975457797</c:v>
                </c:pt>
                <c:pt idx="207">
                  <c:v>5.6627946157222704</c:v>
                </c:pt>
                <c:pt idx="208">
                  <c:v>5.6254578383230402</c:v>
                </c:pt>
                <c:pt idx="209">
                  <c:v>5.5923034992959</c:v>
                </c:pt>
                <c:pt idx="210">
                  <c:v>5.5632021286008104</c:v>
                </c:pt>
                <c:pt idx="211">
                  <c:v>5.5380063977895402</c:v>
                </c:pt>
                <c:pt idx="212">
                  <c:v>5.5165534124121303</c:v>
                </c:pt>
                <c:pt idx="213">
                  <c:v>5.4986669391540204</c:v>
                </c:pt>
                <c:pt idx="214">
                  <c:v>5.4841595571173398</c:v>
                </c:pt>
                <c:pt idx="215">
                  <c:v>5.4728347241202204</c:v>
                </c:pt>
                <c:pt idx="216">
                  <c:v>5.4644887502856996</c:v>
                </c:pt>
                <c:pt idx="217">
                  <c:v>5.45891267251901</c:v>
                </c:pt>
                <c:pt idx="218">
                  <c:v>5.4558940247217702</c:v>
                </c:pt>
                <c:pt idx="219">
                  <c:v>5.4552184997602504</c:v>
                </c:pt>
                <c:pt idx="220">
                  <c:v>5.4566715002899899</c:v>
                </c:pt>
                <c:pt idx="221">
                  <c:v>5.4600395765402299</c:v>
                </c:pt>
                <c:pt idx="222">
                  <c:v>5.4651117500803998</c:v>
                </c:pt>
                <c:pt idx="223">
                  <c:v>5.4716807234289302</c:v>
                </c:pt>
                <c:pt idx="224">
                  <c:v>5.4795439761252203</c:v>
                </c:pt>
                <c:pt idx="225">
                  <c:v>5.4885047485721499</c:v>
                </c:pt>
                <c:pt idx="226">
                  <c:v>5.4983729155730998</c:v>
                </c:pt>
                <c:pt idx="227">
                  <c:v>5.5089657520378399</c:v>
                </c:pt>
                <c:pt idx="228">
                  <c:v>5.52010859382042</c:v>
                </c:pt>
                <c:pt idx="229">
                  <c:v>5.5316353970823302</c:v>
                </c:pt>
                <c:pt idx="230">
                  <c:v>5.5433891999507496</c:v>
                </c:pt>
                <c:pt idx="231">
                  <c:v>5.5552224905666501</c:v>
                </c:pt>
                <c:pt idx="232">
                  <c:v>5.5669974858954099</c:v>
                </c:pt>
                <c:pt idx="233">
                  <c:v>5.5785863259053796</c:v>
                </c:pt>
                <c:pt idx="234">
                  <c:v>5.58987118791058</c:v>
                </c:pt>
                <c:pt idx="235">
                  <c:v>5.6007443260249499</c:v>
                </c:pt>
                <c:pt idx="236">
                  <c:v>5.6111080407888299</c:v>
                </c:pt>
                <c:pt idx="237">
                  <c:v>5.6208745841068302</c:v>
                </c:pt>
                <c:pt idx="238">
                  <c:v>5.6299660046804103</c:v>
                </c:pt>
                <c:pt idx="239">
                  <c:v>5.6383139391313</c:v>
                </c:pt>
                <c:pt idx="240">
                  <c:v>5.6458593539944504</c:v>
                </c:pt>
                <c:pt idx="241">
                  <c:v>5.6525522437136004</c:v>
                </c:pt>
                <c:pt idx="242">
                  <c:v>5.6583512896998602</c:v>
                </c:pt>
                <c:pt idx="243">
                  <c:v>5.6632234854166201</c:v>
                </c:pt>
                <c:pt idx="244">
                  <c:v>5.6671437323331997</c:v>
                </c:pt>
                <c:pt idx="245">
                  <c:v>5.67009441144807</c:v>
                </c:pt>
                <c:pt idx="246">
                  <c:v>5.6720649349203702</c:v>
                </c:pt>
                <c:pt idx="247">
                  <c:v>5.6730512821696601</c:v>
                </c:pt>
                <c:pt idx="248">
                  <c:v>5.6730555246083503</c:v>
                </c:pt>
                <c:pt idx="249">
                  <c:v>5.67208534296251</c:v>
                </c:pt>
                <c:pt idx="250">
                  <c:v>5.6701535409158597</c:v>
                </c:pt>
                <c:pt idx="251">
                  <c:v>5.66727755858098</c:v>
                </c:pt>
                <c:pt idx="252">
                  <c:v>5.6634789890631003</c:v>
                </c:pt>
                <c:pt idx="253">
                  <c:v>5.6587831011370602</c:v>
                </c:pt>
                <c:pt idx="254">
                  <c:v>5.6532183708094399</c:v>
                </c:pt>
                <c:pt idx="255">
                  <c:v>5.6468160242865002</c:v>
                </c:pt>
                <c:pt idx="256">
                  <c:v>5.63960959461755</c:v>
                </c:pt>
                <c:pt idx="257">
                  <c:v>5.6316344940327596</c:v>
                </c:pt>
                <c:pt idx="258">
                  <c:v>5.6229276037473603</c:v>
                </c:pt>
                <c:pt idx="259">
                  <c:v>5.6135268827613096</c:v>
                </c:pt>
                <c:pt idx="260">
                  <c:v>5.6034709969462204</c:v>
                </c:pt>
                <c:pt idx="261">
                  <c:v>5.5927989694815903</c:v>
                </c:pt>
                <c:pt idx="262">
                  <c:v>5.58154985348044</c:v>
                </c:pt>
                <c:pt idx="263">
                  <c:v>5.56976242743215</c:v>
                </c:pt>
                <c:pt idx="264">
                  <c:v>5.5574749138878898</c:v>
                </c:pt>
                <c:pt idx="265">
                  <c:v>5.5447247216228899</c:v>
                </c:pt>
                <c:pt idx="266">
                  <c:v>5.5315482113298504</c:v>
                </c:pt>
                <c:pt idx="267">
                  <c:v>5.5179804847303</c:v>
                </c:pt>
                <c:pt idx="268">
                  <c:v>5.5040551968355604</c:v>
                </c:pt>
                <c:pt idx="269">
                  <c:v>5.4898043909463796</c:v>
                </c:pt>
                <c:pt idx="270">
                  <c:v>5.4752583558509498</c:v>
                </c:pt>
                <c:pt idx="271">
                  <c:v>5.4604455045642801</c:v>
                </c:pt>
                <c:pt idx="272">
                  <c:v>5.4453922738482499</c:v>
                </c:pt>
                <c:pt idx="273">
                  <c:v>5.4301230436604397</c:v>
                </c:pt>
                <c:pt idx="274">
                  <c:v>5.4146600756014402</c:v>
                </c:pt>
                <c:pt idx="275">
                  <c:v>5.3990234693638302</c:v>
                </c:pt>
                <c:pt idx="276">
                  <c:v>5.38323113613116</c:v>
                </c:pt>
                <c:pt idx="277">
                  <c:v>5.3672987878321399</c:v>
                </c:pt>
                <c:pt idx="278">
                  <c:v>5.3512399411223699</c:v>
                </c:pt>
                <c:pt idx="279">
                  <c:v>5.33506593494387</c:v>
                </c:pt>
                <c:pt idx="280">
                  <c:v>5.3187859604996603</c:v>
                </c:pt>
                <c:pt idx="281">
                  <c:v>5.3024071024771997</c:v>
                </c:pt>
                <c:pt idx="282">
                  <c:v>5.2859343903592997</c:v>
                </c:pt>
                <c:pt idx="283">
                  <c:v>5.2693708586734704</c:v>
                </c:pt>
                <c:pt idx="284">
                  <c:v>5.2527176150504697</c:v>
                </c:pt>
                <c:pt idx="285">
                  <c:v>5.2359739149888398</c:v>
                </c:pt>
                <c:pt idx="286">
                  <c:v>5.2191372422540603</c:v>
                </c:pt>
                <c:pt idx="287">
                  <c:v>5.2022033938779799</c:v>
                </c:pt>
                <c:pt idx="288">
                  <c:v>5.18516656876578</c:v>
                </c:pt>
                <c:pt idx="289">
                  <c:v>5.1680194589628696</c:v>
                </c:pt>
                <c:pt idx="290">
                  <c:v>5.1507533426829797</c:v>
                </c:pt>
                <c:pt idx="291">
                  <c:v>5.1333581782500701</c:v>
                </c:pt>
                <c:pt idx="292">
                  <c:v>5.1158226981599197</c:v>
                </c:pt>
                <c:pt idx="293">
                  <c:v>5.0981345025225702</c:v>
                </c:pt>
                <c:pt idx="294">
                  <c:v>5.0802801512030697</c:v>
                </c:pt>
                <c:pt idx="295">
                  <c:v>5.0622452540345702</c:v>
                </c:pt>
                <c:pt idx="296">
                  <c:v>5.0440145585350402</c:v>
                </c:pt>
                <c:pt idx="297">
                  <c:v>5.0255720346159398</c:v>
                </c:pt>
                <c:pt idx="298">
                  <c:v>5.0069009558270103</c:v>
                </c:pt>
                <c:pt idx="299">
                  <c:v>4.9879839767373397</c:v>
                </c:pt>
                <c:pt idx="300">
                  <c:v>4.9688032061065401</c:v>
                </c:pt>
                <c:pt idx="301">
                  <c:v>4.9493402755529301</c:v>
                </c:pt>
                <c:pt idx="302">
                  <c:v>4.9295764034763998</c:v>
                </c:pt>
                <c:pt idx="303">
                  <c:v>4.9094924540427201</c:v>
                </c:pt>
                <c:pt idx="304">
                  <c:v>4.8890689910828797</c:v>
                </c:pt>
                <c:pt idx="305">
                  <c:v>4.8682863268057499</c:v>
                </c:pt>
                <c:pt idx="306">
                  <c:v>4.8471245652643002</c:v>
                </c:pt>
                <c:pt idx="307">
                  <c:v>4.82556364055558</c:v>
                </c:pt>
                <c:pt idx="308">
                  <c:v>4.8035833497713396</c:v>
                </c:pt>
                <c:pt idx="309">
                  <c:v>4.7811633807509599</c:v>
                </c:pt>
                <c:pt idx="310">
                  <c:v>4.7582833347195699</c:v>
                </c:pt>
                <c:pt idx="311">
                  <c:v>4.7349227439238</c:v>
                </c:pt>
                <c:pt idx="312">
                  <c:v>4.7110610844035499</c:v>
                </c:pt>
                <c:pt idx="313">
                  <c:v>4.6866777840620104</c:v>
                </c:pt>
                <c:pt idx="314">
                  <c:v>4.6624498588406897</c:v>
                </c:pt>
                <c:pt idx="315">
                  <c:v>4.6397679192641403</c:v>
                </c:pt>
                <c:pt idx="316">
                  <c:v>4.61866249070171</c:v>
                </c:pt>
                <c:pt idx="317">
                  <c:v>4.5991495988382498</c:v>
                </c:pt>
                <c:pt idx="318">
                  <c:v>4.5812321039279</c:v>
                </c:pt>
                <c:pt idx="319">
                  <c:v>4.5649009550521802</c:v>
                </c:pt>
                <c:pt idx="320">
                  <c:v>4.5501364216972098</c:v>
                </c:pt>
                <c:pt idx="321">
                  <c:v>4.5369092935859499</c:v>
                </c:pt>
                <c:pt idx="322">
                  <c:v>4.5251820408728998</c:v>
                </c:pt>
                <c:pt idx="323">
                  <c:v>4.5149099279517504</c:v>
                </c:pt>
                <c:pt idx="324">
                  <c:v>4.5060420752331396</c:v>
                </c:pt>
                <c:pt idx="325">
                  <c:v>4.4985224643129298</c:v>
                </c:pt>
                <c:pt idx="326">
                  <c:v>4.4922908829650803</c:v>
                </c:pt>
                <c:pt idx="327">
                  <c:v>4.48728380735069</c:v>
                </c:pt>
                <c:pt idx="328">
                  <c:v>4.4834352197313203</c:v>
                </c:pt>
                <c:pt idx="329">
                  <c:v>4.4806773608052204</c:v>
                </c:pt>
                <c:pt idx="330">
                  <c:v>4.4789414165460597</c:v>
                </c:pt>
                <c:pt idx="331">
                  <c:v>4.4781581401132504</c:v>
                </c:pt>
                <c:pt idx="332">
                  <c:v>4.4782584100176104</c:v>
                </c:pt>
                <c:pt idx="333">
                  <c:v>4.4791737262672902</c:v>
                </c:pt>
                <c:pt idx="334">
                  <c:v>4.4808366466850398</c:v>
                </c:pt>
                <c:pt idx="335">
                  <c:v>4.4831811659812502</c:v>
                </c:pt>
                <c:pt idx="336">
                  <c:v>4.4861430404896998</c:v>
                </c:pt>
                <c:pt idx="337">
                  <c:v>4.4896600617268199</c:v>
                </c:pt>
                <c:pt idx="338">
                  <c:v>4.4936722821249298</c:v>
                </c:pt>
                <c:pt idx="339">
                  <c:v>4.4981221964186799</c:v>
                </c:pt>
                <c:pt idx="340">
                  <c:v>4.5029548822366996</c:v>
                </c:pt>
                <c:pt idx="341">
                  <c:v>4.5081181034725404</c:v>
                </c:pt>
                <c:pt idx="342">
                  <c:v>4.5135623799846902</c:v>
                </c:pt>
                <c:pt idx="343">
                  <c:v>4.5192410271112298</c:v>
                </c:pt>
                <c:pt idx="344">
                  <c:v>4.52511016838465</c:v>
                </c:pt>
                <c:pt idx="345">
                  <c:v>4.5311287247033496</c:v>
                </c:pt>
                <c:pt idx="346">
                  <c:v>4.5372583830620004</c:v>
                </c:pt>
                <c:pt idx="347">
                  <c:v>4.5434635477695897</c:v>
                </c:pt>
                <c:pt idx="348">
                  <c:v>4.5497112768953301</c:v>
                </c:pt>
                <c:pt idx="349">
                  <c:v>4.5559712064836804</c:v>
                </c:pt>
                <c:pt idx="350">
                  <c:v>4.5622154648746696</c:v>
                </c:pt>
                <c:pt idx="351">
                  <c:v>4.5684185792571501</c:v>
                </c:pt>
                <c:pt idx="352">
                  <c:v>4.5745573763754699</c:v>
                </c:pt>
                <c:pt idx="353">
                  <c:v>4.5806108791055404</c:v>
                </c:pt>
                <c:pt idx="354">
                  <c:v>4.5865602004180399</c:v>
                </c:pt>
                <c:pt idx="355">
                  <c:v>4.59238843605588</c:v>
                </c:pt>
                <c:pt idx="356">
                  <c:v>4.5980805570721399</c:v>
                </c:pt>
                <c:pt idx="357">
                  <c:v>4.6036233032045901</c:v>
                </c:pt>
                <c:pt idx="358">
                  <c:v>4.6090050779045404</c:v>
                </c:pt>
                <c:pt idx="359">
                  <c:v>4.6142158456920201</c:v>
                </c:pt>
                <c:pt idx="360">
                  <c:v>4.6192470323765802</c:v>
                </c:pt>
                <c:pt idx="361">
                  <c:v>4.62409142856293</c:v>
                </c:pt>
                <c:pt idx="362">
                  <c:v>4.6287430967538796</c:v>
                </c:pt>
                <c:pt idx="363">
                  <c:v>4.6331972822688003</c:v>
                </c:pt>
                <c:pt idx="364">
                  <c:v>4.6374503281139203</c:v>
                </c:pt>
                <c:pt idx="365">
                  <c:v>4.6414995938704298</c:v>
                </c:pt>
                <c:pt idx="366">
                  <c:v>4.6453433786070697</c:v>
                </c:pt>
                <c:pt idx="367">
                  <c:v>4.6489808477749301</c:v>
                </c:pt>
                <c:pt idx="368">
                  <c:v>4.65241196400265</c:v>
                </c:pt>
                <c:pt idx="369">
                  <c:v>4.6556374216790601</c:v>
                </c:pt>
                <c:pt idx="370">
                  <c:v>4.6586585851870996</c:v>
                </c:pt>
                <c:pt idx="371">
                  <c:v>4.66147743063659</c:v>
                </c:pt>
                <c:pt idx="372">
                  <c:v>4.6640964909326001</c:v>
                </c:pt>
                <c:pt idx="373">
                  <c:v>4.6665188040112202</c:v>
                </c:pt>
                <c:pt idx="374">
                  <c:v>4.6687478640731603</c:v>
                </c:pt>
                <c:pt idx="375">
                  <c:v>4.6707875756485704</c:v>
                </c:pt>
                <c:pt idx="376">
                  <c:v>4.67264221033148</c:v>
                </c:pt>
                <c:pt idx="377">
                  <c:v>4.6743163660301503</c:v>
                </c:pt>
                <c:pt idx="378">
                  <c:v>4.6758149285886397</c:v>
                </c:pt>
                <c:pt idx="379">
                  <c:v>4.6771430356452397</c:v>
                </c:pt>
                <c:pt idx="380">
                  <c:v>4.6783060426043104</c:v>
                </c:pt>
                <c:pt idx="381">
                  <c:v>4.6793094906088202</c:v>
                </c:pt>
                <c:pt idx="382">
                  <c:v>4.6801590764120604</c:v>
                </c:pt>
                <c:pt idx="383">
                  <c:v>4.68086062405711</c:v>
                </c:pt>
                <c:pt idx="384">
                  <c:v>4.6814200582824803</c:v>
                </c:pt>
                <c:pt idx="385">
                  <c:v>4.6818433795810304</c:v>
                </c:pt>
                <c:pt idx="386">
                  <c:v>4.6821366408473004</c:v>
                </c:pt>
                <c:pt idx="387">
                  <c:v>4.6823059255548802</c:v>
                </c:pt>
                <c:pt idx="388">
                  <c:v>4.6823573274113199</c:v>
                </c:pt>
                <c:pt idx="389">
                  <c:v>4.6822969314425196</c:v>
                </c:pt>
                <c:pt idx="390">
                  <c:v>4.6821307964619399</c:v>
                </c:pt>
                <c:pt idx="391">
                  <c:v>4.6818649388826099</c:v>
                </c:pt>
                <c:pt idx="392">
                  <c:v>4.6815053178310704</c:v>
                </c:pt>
                <c:pt idx="393">
                  <c:v>4.6810578215234502</c:v>
                </c:pt>
                <c:pt idx="394">
                  <c:v>4.6805282548633604</c:v>
                </c:pt>
                <c:pt idx="395">
                  <c:v>4.6799223282208304</c:v>
                </c:pt>
                <c:pt idx="396">
                  <c:v>4.6792456473503101</c:v>
                </c:pt>
                <c:pt idx="397">
                  <c:v>4.6785037044039397</c:v>
                </c:pt>
                <c:pt idx="398">
                  <c:v>4.67770186999459</c:v>
                </c:pt>
                <c:pt idx="399">
                  <c:v>4.6768453862613404</c:v>
                </c:pt>
                <c:pt idx="400">
                  <c:v>4.6759393608875497</c:v>
                </c:pt>
                <c:pt idx="401">
                  <c:v>4.67498876202042</c:v>
                </c:pt>
                <c:pt idx="402">
                  <c:v>4.6739984140384703</c:v>
                </c:pt>
                <c:pt idx="403">
                  <c:v>4.6729729941122899</c:v>
                </c:pt>
                <c:pt idx="404">
                  <c:v>4.6719170295026098</c:v>
                </c:pt>
                <c:pt idx="405">
                  <c:v>4.6708348955385901</c:v>
                </c:pt>
                <c:pt idx="406">
                  <c:v>4.6697308142192497</c:v>
                </c:pt>
                <c:pt idx="407">
                  <c:v>4.66860885338044</c:v>
                </c:pt>
                <c:pt idx="408">
                  <c:v>4.6674729263707002</c:v>
                </c:pt>
                <c:pt idx="409">
                  <c:v>4.6663267921798601</c:v>
                </c:pt>
                <c:pt idx="410">
                  <c:v>4.6651740559658199</c:v>
                </c:pt>
                <c:pt idx="411">
                  <c:v>4.6640181699266998</c:v>
                </c:pt>
                <c:pt idx="412">
                  <c:v>4.6628624344677601</c:v>
                </c:pt>
                <c:pt idx="413">
                  <c:v>4.6617099996152698</c:v>
                </c:pt>
                <c:pt idx="414">
                  <c:v>4.6605638666321401</c:v>
                </c:pt>
                <c:pt idx="415">
                  <c:v>4.6594268897938296</c:v>
                </c:pt>
                <c:pt idx="416">
                  <c:v>4.6583017782862903</c:v>
                </c:pt>
                <c:pt idx="417">
                  <c:v>4.6571910981916096</c:v>
                </c:pt>
                <c:pt idx="418">
                  <c:v>4.6560972745306897</c:v>
                </c:pt>
                <c:pt idx="419">
                  <c:v>4.6550225933367999</c:v>
                </c:pt>
                <c:pt idx="420">
                  <c:v>4.6539692037372404</c:v>
                </c:pt>
                <c:pt idx="421">
                  <c:v>4.6529391200249401</c:v>
                </c:pt>
                <c:pt idx="422">
                  <c:v>4.6519342237055596</c:v>
                </c:pt>
                <c:pt idx="423">
                  <c:v>4.6509562655094996</c:v>
                </c:pt>
                <c:pt idx="424">
                  <c:v>4.6500068673621398</c:v>
                </c:pt>
                <c:pt idx="425">
                  <c:v>4.6490875243090404</c:v>
                </c:pt>
                <c:pt idx="426">
                  <c:v>4.6481996063961004</c:v>
                </c:pt>
                <c:pt idx="427">
                  <c:v>4.6473443605078399</c:v>
                </c:pt>
                <c:pt idx="428">
                  <c:v>4.6465229121696296</c:v>
                </c:pt>
                <c:pt idx="429">
                  <c:v>4.6457362673221603</c:v>
                </c:pt>
                <c:pt idx="430">
                  <c:v>4.6449853140784896</c:v>
                </c:pt>
                <c:pt idx="431">
                  <c:v>4.6442708244759796</c:v>
                </c:pt>
                <c:pt idx="432">
                  <c:v>4.6435934562363697</c:v>
                </c:pt>
                <c:pt idx="433">
                  <c:v>4.6429537545489499</c:v>
                </c:pt>
                <c:pt idx="434">
                  <c:v>4.6423521538919497</c:v>
                </c:pt>
                <c:pt idx="435">
                  <c:v>4.6417889799077798</c:v>
                </c:pt>
                <c:pt idx="436">
                  <c:v>4.6412644513480501</c:v>
                </c:pt>
                <c:pt idx="437">
                  <c:v>4.6407786821036296</c:v>
                </c:pt>
                <c:pt idx="438">
                  <c:v>4.64033168333461</c:v>
                </c:pt>
                <c:pt idx="439">
                  <c:v>4.6399233657143002</c:v>
                </c:pt>
                <c:pt idx="440">
                  <c:v>4.6395535417999998</c:v>
                </c:pt>
                <c:pt idx="441">
                  <c:v>4.63922192854222</c:v>
                </c:pt>
                <c:pt idx="442">
                  <c:v>4.6389281499423403</c:v>
                </c:pt>
                <c:pt idx="443">
                  <c:v>4.6386717398670401</c:v>
                </c:pt>
                <c:pt idx="444">
                  <c:v>4.6384521450261103</c:v>
                </c:pt>
                <c:pt idx="445">
                  <c:v>4.6382687281180797</c:v>
                </c:pt>
                <c:pt idx="446">
                  <c:v>4.6381207711464096</c:v>
                </c:pt>
                <c:pt idx="447">
                  <c:v>4.6380074789065997</c:v>
                </c:pt>
                <c:pt idx="448">
                  <c:v>4.63792798264274</c:v>
                </c:pt>
                <c:pt idx="449">
                  <c:v>4.6378813438699096</c:v>
                </c:pt>
                <c:pt idx="450">
                  <c:v>4.6378665583566603</c:v>
                </c:pt>
                <c:pt idx="451">
                  <c:v>4.6378825602601097</c:v>
                </c:pt>
                <c:pt idx="452">
                  <c:v>4.6379282264040702</c:v>
                </c:pt>
                <c:pt idx="453">
                  <c:v>4.6380023806889996</c:v>
                </c:pt>
                <c:pt idx="454">
                  <c:v>4.63810379862087</c:v>
                </c:pt>
                <c:pt idx="455">
                  <c:v>4.6382312119445199</c:v>
                </c:pt>
                <c:pt idx="456">
                  <c:v>4.6383833133658401</c:v>
                </c:pt>
                <c:pt idx="457">
                  <c:v>4.6385587613457702</c:v>
                </c:pt>
                <c:pt idx="458">
                  <c:v>4.6387561849482797</c:v>
                </c:pt>
                <c:pt idx="459">
                  <c:v>4.6389741887235001</c:v>
                </c:pt>
                <c:pt idx="460">
                  <c:v>4.6392113576067899</c:v>
                </c:pt>
                <c:pt idx="461">
                  <c:v>4.6394662618137898</c:v>
                </c:pt>
                <c:pt idx="462">
                  <c:v>4.6397374617114799</c:v>
                </c:pt>
                <c:pt idx="463">
                  <c:v>4.6400235126451799</c:v>
                </c:pt>
                <c:pt idx="464">
                  <c:v>4.6403229697014297</c:v>
                </c:pt>
                <c:pt idx="465">
                  <c:v>4.6406343923870903</c:v>
                </c:pt>
                <c:pt idx="466">
                  <c:v>4.6409563492054398</c:v>
                </c:pt>
                <c:pt idx="467">
                  <c:v>4.6412874221106604</c:v>
                </c:pt>
                <c:pt idx="468">
                  <c:v>4.6416262108228699</c:v>
                </c:pt>
                <c:pt idx="469">
                  <c:v>4.64197133698688</c:v>
                </c:pt>
                <c:pt idx="470">
                  <c:v>4.6423214481585902</c:v>
                </c:pt>
                <c:pt idx="471">
                  <c:v>4.64267522160449</c:v>
                </c:pt>
                <c:pt idx="472">
                  <c:v>4.6430313679006501</c:v>
                </c:pt>
                <c:pt idx="473">
                  <c:v>4.6433886343189901</c:v>
                </c:pt>
                <c:pt idx="474">
                  <c:v>4.6437458079901202</c:v>
                </c:pt>
                <c:pt idx="475">
                  <c:v>4.6441017188332898</c:v>
                </c:pt>
                <c:pt idx="476">
                  <c:v>4.6444552422456598</c:v>
                </c:pt>
                <c:pt idx="477">
                  <c:v>4.6448053015444097</c:v>
                </c:pt>
                <c:pt idx="478">
                  <c:v>4.6451508701568196</c:v>
                </c:pt>
                <c:pt idx="479">
                  <c:v>4.6454909735550398</c:v>
                </c:pt>
                <c:pt idx="480">
                  <c:v>4.6458246909334999</c:v>
                </c:pt>
                <c:pt idx="481">
                  <c:v>4.6461511566286502</c:v>
                </c:pt>
                <c:pt idx="482">
                  <c:v>4.6464695612818998</c:v>
                </c:pt>
                <c:pt idx="483">
                  <c:v>4.6467791527482802</c:v>
                </c:pt>
                <c:pt idx="484">
                  <c:v>4.6470792367542098</c:v>
                </c:pt>
                <c:pt idx="485">
                  <c:v>4.6473691773094998</c:v>
                </c:pt>
                <c:pt idx="486">
                  <c:v>4.6476483968795304</c:v>
                </c:pt>
                <c:pt idx="487">
                  <c:v>4.64791637632473</c:v>
                </c:pt>
                <c:pt idx="488">
                  <c:v>4.6481726546155899</c:v>
                </c:pt>
                <c:pt idx="489">
                  <c:v>4.6484168283320599</c:v>
                </c:pt>
                <c:pt idx="490">
                  <c:v>4.6486485509573603</c:v>
                </c:pt>
                <c:pt idx="491">
                  <c:v>4.6488675319766903</c:v>
                </c:pt>
                <c:pt idx="492">
                  <c:v>4.6490735357919801</c:v>
                </c:pt>
                <c:pt idx="493">
                  <c:v>4.6492663804644803</c:v>
                </c:pt>
                <c:pt idx="494">
                  <c:v>4.6494459362971599</c:v>
                </c:pt>
                <c:pt idx="495">
                  <c:v>4.64961212426965</c:v>
                </c:pt>
                <c:pt idx="496">
                  <c:v>4.6497649143380704</c:v>
                </c:pt>
                <c:pt idx="497">
                  <c:v>4.6499043236129101</c:v>
                </c:pt>
                <c:pt idx="498">
                  <c:v>4.6500304144276798</c:v>
                </c:pt>
                <c:pt idx="499">
                  <c:v>4.65014329231132</c:v>
                </c:pt>
                <c:pt idx="500">
                  <c:v>4.6502431038771403</c:v>
                </c:pt>
                <c:pt idx="501">
                  <c:v>4.6503300346408798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CBB-4BAD-8198-DD84B894E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8417008"/>
        <c:axId val="1538410288"/>
      </c:scatterChart>
      <c:valAx>
        <c:axId val="1538417008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time</a:t>
                </a:r>
                <a:r>
                  <a:rPr lang="en-US" baseline="0"/>
                  <a:t> [s]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0288"/>
        <c:crosses val="autoZero"/>
        <c:crossBetween val="midCat"/>
        <c:majorUnit val="1"/>
      </c:valAx>
      <c:valAx>
        <c:axId val="1538410288"/>
        <c:scaling>
          <c:orientation val="minMax"/>
          <c:max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Altitude [ft]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7008"/>
        <c:crosses val="autoZero"/>
        <c:crossBetween val="midCat"/>
        <c:majorUnit val="5"/>
      </c:valAx>
      <c:spPr>
        <a:noFill/>
        <a:ln w="25400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'-2.0'!$F$1</c:f>
              <c:strCache>
                <c:ptCount val="1"/>
                <c:pt idx="0">
                  <c:v> q[rad/s]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'-2.0'!$A$2:$A$503</c:f>
              <c:numCache>
                <c:formatCode>0.00E+00</c:formatCode>
                <c:ptCount val="502"/>
                <c:pt idx="0" formatCode="General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2.9999999999999898E-2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8.99999999999999E-2</c:v>
                </c:pt>
                <c:pt idx="10">
                  <c:v>9.9999999999999895E-2</c:v>
                </c:pt>
                <c:pt idx="11" formatCode="General">
                  <c:v>0.109999999999999</c:v>
                </c:pt>
                <c:pt idx="12" formatCode="General">
                  <c:v>0.119999999999999</c:v>
                </c:pt>
                <c:pt idx="13" formatCode="General">
                  <c:v>0.12999999999999901</c:v>
                </c:pt>
                <c:pt idx="14" formatCode="General">
                  <c:v>0.13999999999999899</c:v>
                </c:pt>
                <c:pt idx="15" formatCode="General">
                  <c:v>0.149999999999999</c:v>
                </c:pt>
                <c:pt idx="16" formatCode="General">
                  <c:v>0.16</c:v>
                </c:pt>
                <c:pt idx="17" formatCode="General">
                  <c:v>0.17</c:v>
                </c:pt>
                <c:pt idx="18" formatCode="General">
                  <c:v>0.18</c:v>
                </c:pt>
                <c:pt idx="19" formatCode="General">
                  <c:v>0.19</c:v>
                </c:pt>
                <c:pt idx="20" formatCode="General">
                  <c:v>0.2</c:v>
                </c:pt>
                <c:pt idx="21" formatCode="General">
                  <c:v>0.21</c:v>
                </c:pt>
                <c:pt idx="22" formatCode="General">
                  <c:v>0.22</c:v>
                </c:pt>
                <c:pt idx="23" formatCode="General">
                  <c:v>0.23</c:v>
                </c:pt>
                <c:pt idx="24" formatCode="General">
                  <c:v>0.24</c:v>
                </c:pt>
                <c:pt idx="25" formatCode="General">
                  <c:v>0.25</c:v>
                </c:pt>
                <c:pt idx="26" formatCode="General">
                  <c:v>0.26</c:v>
                </c:pt>
                <c:pt idx="27" formatCode="General">
                  <c:v>0.27</c:v>
                </c:pt>
                <c:pt idx="28" formatCode="General">
                  <c:v>0.28000000000000003</c:v>
                </c:pt>
                <c:pt idx="29" formatCode="General">
                  <c:v>0.28999999999999998</c:v>
                </c:pt>
                <c:pt idx="30" formatCode="General">
                  <c:v>0.3</c:v>
                </c:pt>
                <c:pt idx="31" formatCode="General">
                  <c:v>0.31</c:v>
                </c:pt>
                <c:pt idx="32" formatCode="General">
                  <c:v>0.32</c:v>
                </c:pt>
                <c:pt idx="33" formatCode="General">
                  <c:v>0.33</c:v>
                </c:pt>
                <c:pt idx="34" formatCode="General">
                  <c:v>0.34</c:v>
                </c:pt>
                <c:pt idx="35" formatCode="General">
                  <c:v>0.35</c:v>
                </c:pt>
                <c:pt idx="36" formatCode="General">
                  <c:v>0.36</c:v>
                </c:pt>
                <c:pt idx="37" formatCode="General">
                  <c:v>0.37</c:v>
                </c:pt>
                <c:pt idx="38" formatCode="General">
                  <c:v>0.38</c:v>
                </c:pt>
                <c:pt idx="39" formatCode="General">
                  <c:v>0.39</c:v>
                </c:pt>
                <c:pt idx="40" formatCode="General">
                  <c:v>0.4</c:v>
                </c:pt>
                <c:pt idx="41" formatCode="General">
                  <c:v>0.41</c:v>
                </c:pt>
                <c:pt idx="42" formatCode="General">
                  <c:v>0.42</c:v>
                </c:pt>
                <c:pt idx="43" formatCode="General">
                  <c:v>0.43</c:v>
                </c:pt>
                <c:pt idx="44" formatCode="General">
                  <c:v>0.44</c:v>
                </c:pt>
                <c:pt idx="45" formatCode="General">
                  <c:v>0.45</c:v>
                </c:pt>
                <c:pt idx="46" formatCode="General">
                  <c:v>0.46</c:v>
                </c:pt>
                <c:pt idx="47" formatCode="General">
                  <c:v>0.47</c:v>
                </c:pt>
                <c:pt idx="48" formatCode="General">
                  <c:v>0.48</c:v>
                </c:pt>
                <c:pt idx="49" formatCode="General">
                  <c:v>0.49</c:v>
                </c:pt>
                <c:pt idx="50" formatCode="General">
                  <c:v>0.5</c:v>
                </c:pt>
                <c:pt idx="51" formatCode="General">
                  <c:v>0.51</c:v>
                </c:pt>
                <c:pt idx="52" formatCode="General">
                  <c:v>0.52</c:v>
                </c:pt>
                <c:pt idx="53" formatCode="General">
                  <c:v>0.53</c:v>
                </c:pt>
                <c:pt idx="54" formatCode="General">
                  <c:v>0.54</c:v>
                </c:pt>
                <c:pt idx="55" formatCode="General">
                  <c:v>0.55000000000000004</c:v>
                </c:pt>
                <c:pt idx="56" formatCode="General">
                  <c:v>0.56000000000000005</c:v>
                </c:pt>
                <c:pt idx="57" formatCode="General">
                  <c:v>0.56999999999999995</c:v>
                </c:pt>
                <c:pt idx="58" formatCode="General">
                  <c:v>0.57999999999999996</c:v>
                </c:pt>
                <c:pt idx="59" formatCode="General">
                  <c:v>0.59</c:v>
                </c:pt>
                <c:pt idx="60" formatCode="General">
                  <c:v>0.6</c:v>
                </c:pt>
                <c:pt idx="61" formatCode="General">
                  <c:v>0.61</c:v>
                </c:pt>
                <c:pt idx="62" formatCode="General">
                  <c:v>0.62</c:v>
                </c:pt>
                <c:pt idx="63" formatCode="General">
                  <c:v>0.63</c:v>
                </c:pt>
                <c:pt idx="64" formatCode="General">
                  <c:v>0.64</c:v>
                </c:pt>
                <c:pt idx="65" formatCode="General">
                  <c:v>0.65</c:v>
                </c:pt>
                <c:pt idx="66" formatCode="General">
                  <c:v>0.66</c:v>
                </c:pt>
                <c:pt idx="67" formatCode="General">
                  <c:v>0.67</c:v>
                </c:pt>
                <c:pt idx="68" formatCode="General">
                  <c:v>0.68</c:v>
                </c:pt>
                <c:pt idx="69" formatCode="General">
                  <c:v>0.69</c:v>
                </c:pt>
                <c:pt idx="70" formatCode="General">
                  <c:v>0.7</c:v>
                </c:pt>
                <c:pt idx="71" formatCode="General">
                  <c:v>0.71</c:v>
                </c:pt>
                <c:pt idx="72" formatCode="General">
                  <c:v>0.72</c:v>
                </c:pt>
                <c:pt idx="73" formatCode="General">
                  <c:v>0.73</c:v>
                </c:pt>
                <c:pt idx="74" formatCode="General">
                  <c:v>0.74</c:v>
                </c:pt>
                <c:pt idx="75" formatCode="General">
                  <c:v>0.75</c:v>
                </c:pt>
                <c:pt idx="76" formatCode="General">
                  <c:v>0.76</c:v>
                </c:pt>
                <c:pt idx="77" formatCode="General">
                  <c:v>0.77</c:v>
                </c:pt>
                <c:pt idx="78" formatCode="General">
                  <c:v>0.78</c:v>
                </c:pt>
                <c:pt idx="79" formatCode="General">
                  <c:v>0.79</c:v>
                </c:pt>
                <c:pt idx="80" formatCode="General">
                  <c:v>0.8</c:v>
                </c:pt>
                <c:pt idx="81" formatCode="General">
                  <c:v>0.81</c:v>
                </c:pt>
                <c:pt idx="82" formatCode="General">
                  <c:v>0.82</c:v>
                </c:pt>
                <c:pt idx="83" formatCode="General">
                  <c:v>0.83</c:v>
                </c:pt>
                <c:pt idx="84" formatCode="General">
                  <c:v>0.84</c:v>
                </c:pt>
                <c:pt idx="85" formatCode="General">
                  <c:v>0.85</c:v>
                </c:pt>
                <c:pt idx="86" formatCode="General">
                  <c:v>0.86</c:v>
                </c:pt>
                <c:pt idx="87" formatCode="General">
                  <c:v>0.87</c:v>
                </c:pt>
                <c:pt idx="88" formatCode="General">
                  <c:v>0.88</c:v>
                </c:pt>
                <c:pt idx="89" formatCode="General">
                  <c:v>0.89</c:v>
                </c:pt>
                <c:pt idx="90" formatCode="General">
                  <c:v>0.9</c:v>
                </c:pt>
                <c:pt idx="91" formatCode="General">
                  <c:v>0.91</c:v>
                </c:pt>
                <c:pt idx="92" formatCode="General">
                  <c:v>0.92</c:v>
                </c:pt>
                <c:pt idx="93" formatCode="General">
                  <c:v>0.93</c:v>
                </c:pt>
                <c:pt idx="94" formatCode="General">
                  <c:v>0.94</c:v>
                </c:pt>
                <c:pt idx="95" formatCode="General">
                  <c:v>0.95</c:v>
                </c:pt>
                <c:pt idx="96" formatCode="General">
                  <c:v>0.96</c:v>
                </c:pt>
                <c:pt idx="97" formatCode="General">
                  <c:v>0.97</c:v>
                </c:pt>
                <c:pt idx="98" formatCode="General">
                  <c:v>0.98</c:v>
                </c:pt>
                <c:pt idx="99" formatCode="General">
                  <c:v>0.99</c:v>
                </c:pt>
                <c:pt idx="100" formatCode="General">
                  <c:v>1</c:v>
                </c:pt>
                <c:pt idx="101" formatCode="General">
                  <c:v>1.01</c:v>
                </c:pt>
                <c:pt idx="102" formatCode="General">
                  <c:v>1.02</c:v>
                </c:pt>
                <c:pt idx="103" formatCode="General">
                  <c:v>1.03</c:v>
                </c:pt>
                <c:pt idx="104" formatCode="General">
                  <c:v>1.04</c:v>
                </c:pt>
                <c:pt idx="105" formatCode="General">
                  <c:v>1.05</c:v>
                </c:pt>
                <c:pt idx="106" formatCode="General">
                  <c:v>1.06</c:v>
                </c:pt>
                <c:pt idx="107" formatCode="General">
                  <c:v>1.07</c:v>
                </c:pt>
                <c:pt idx="108" formatCode="General">
                  <c:v>1.08</c:v>
                </c:pt>
                <c:pt idx="109" formatCode="General">
                  <c:v>1.0900000000000001</c:v>
                </c:pt>
                <c:pt idx="110" formatCode="General">
                  <c:v>1.1000000000000001</c:v>
                </c:pt>
                <c:pt idx="111" formatCode="General">
                  <c:v>1.1100000000000001</c:v>
                </c:pt>
                <c:pt idx="112" formatCode="General">
                  <c:v>1.1200000000000001</c:v>
                </c:pt>
                <c:pt idx="113" formatCode="General">
                  <c:v>1.1299999999999999</c:v>
                </c:pt>
                <c:pt idx="114" formatCode="General">
                  <c:v>1.1399999999999999</c:v>
                </c:pt>
                <c:pt idx="115" formatCode="General">
                  <c:v>1.1499999999999999</c:v>
                </c:pt>
                <c:pt idx="116" formatCode="General">
                  <c:v>1.1599999999999999</c:v>
                </c:pt>
                <c:pt idx="117" formatCode="General">
                  <c:v>1.17</c:v>
                </c:pt>
                <c:pt idx="118" formatCode="General">
                  <c:v>1.18</c:v>
                </c:pt>
                <c:pt idx="119" formatCode="General">
                  <c:v>1.19</c:v>
                </c:pt>
                <c:pt idx="120" formatCode="General">
                  <c:v>1.2</c:v>
                </c:pt>
                <c:pt idx="121" formatCode="General">
                  <c:v>1.21</c:v>
                </c:pt>
                <c:pt idx="122" formatCode="General">
                  <c:v>1.22</c:v>
                </c:pt>
                <c:pt idx="123" formatCode="General">
                  <c:v>1.23</c:v>
                </c:pt>
                <c:pt idx="124" formatCode="General">
                  <c:v>1.24</c:v>
                </c:pt>
                <c:pt idx="125" formatCode="General">
                  <c:v>1.25</c:v>
                </c:pt>
                <c:pt idx="126" formatCode="General">
                  <c:v>1.26</c:v>
                </c:pt>
                <c:pt idx="127" formatCode="General">
                  <c:v>1.27</c:v>
                </c:pt>
                <c:pt idx="128" formatCode="General">
                  <c:v>1.28</c:v>
                </c:pt>
                <c:pt idx="129" formatCode="General">
                  <c:v>1.29</c:v>
                </c:pt>
                <c:pt idx="130" formatCode="General">
                  <c:v>1.3</c:v>
                </c:pt>
                <c:pt idx="131" formatCode="General">
                  <c:v>1.31</c:v>
                </c:pt>
                <c:pt idx="132" formatCode="General">
                  <c:v>1.32</c:v>
                </c:pt>
                <c:pt idx="133" formatCode="General">
                  <c:v>1.33</c:v>
                </c:pt>
                <c:pt idx="134" formatCode="General">
                  <c:v>1.34</c:v>
                </c:pt>
                <c:pt idx="135" formatCode="General">
                  <c:v>1.35</c:v>
                </c:pt>
                <c:pt idx="136" formatCode="General">
                  <c:v>1.36</c:v>
                </c:pt>
                <c:pt idx="137" formatCode="General">
                  <c:v>1.37</c:v>
                </c:pt>
                <c:pt idx="138" formatCode="General">
                  <c:v>1.38</c:v>
                </c:pt>
                <c:pt idx="139" formatCode="General">
                  <c:v>1.39</c:v>
                </c:pt>
                <c:pt idx="140" formatCode="General">
                  <c:v>1.4</c:v>
                </c:pt>
                <c:pt idx="141" formatCode="General">
                  <c:v>1.41</c:v>
                </c:pt>
                <c:pt idx="142" formatCode="General">
                  <c:v>1.42</c:v>
                </c:pt>
                <c:pt idx="143" formatCode="General">
                  <c:v>1.43</c:v>
                </c:pt>
                <c:pt idx="144" formatCode="General">
                  <c:v>1.44</c:v>
                </c:pt>
                <c:pt idx="145" formatCode="General">
                  <c:v>1.45</c:v>
                </c:pt>
                <c:pt idx="146" formatCode="General">
                  <c:v>1.46</c:v>
                </c:pt>
                <c:pt idx="147" formatCode="General">
                  <c:v>1.47</c:v>
                </c:pt>
                <c:pt idx="148" formatCode="General">
                  <c:v>1.48</c:v>
                </c:pt>
                <c:pt idx="149" formatCode="General">
                  <c:v>1.49</c:v>
                </c:pt>
                <c:pt idx="150" formatCode="General">
                  <c:v>1.5</c:v>
                </c:pt>
                <c:pt idx="151" formatCode="General">
                  <c:v>1.51</c:v>
                </c:pt>
                <c:pt idx="152" formatCode="General">
                  <c:v>1.52</c:v>
                </c:pt>
                <c:pt idx="153" formatCode="General">
                  <c:v>1.53</c:v>
                </c:pt>
                <c:pt idx="154" formatCode="General">
                  <c:v>1.54</c:v>
                </c:pt>
                <c:pt idx="155" formatCode="General">
                  <c:v>1.55</c:v>
                </c:pt>
                <c:pt idx="156" formatCode="General">
                  <c:v>1.56</c:v>
                </c:pt>
                <c:pt idx="157" formatCode="General">
                  <c:v>1.57</c:v>
                </c:pt>
                <c:pt idx="158" formatCode="General">
                  <c:v>1.58</c:v>
                </c:pt>
                <c:pt idx="159" formatCode="General">
                  <c:v>1.59</c:v>
                </c:pt>
                <c:pt idx="160" formatCode="General">
                  <c:v>1.6</c:v>
                </c:pt>
                <c:pt idx="161" formatCode="General">
                  <c:v>1.61</c:v>
                </c:pt>
                <c:pt idx="162" formatCode="General">
                  <c:v>1.62</c:v>
                </c:pt>
                <c:pt idx="163" formatCode="General">
                  <c:v>1.63</c:v>
                </c:pt>
                <c:pt idx="164" formatCode="General">
                  <c:v>1.64</c:v>
                </c:pt>
                <c:pt idx="165" formatCode="General">
                  <c:v>1.65</c:v>
                </c:pt>
                <c:pt idx="166" formatCode="General">
                  <c:v>1.66</c:v>
                </c:pt>
                <c:pt idx="167" formatCode="General">
                  <c:v>1.67</c:v>
                </c:pt>
                <c:pt idx="168" formatCode="General">
                  <c:v>1.68</c:v>
                </c:pt>
                <c:pt idx="169" formatCode="General">
                  <c:v>1.69</c:v>
                </c:pt>
                <c:pt idx="170" formatCode="General">
                  <c:v>1.7</c:v>
                </c:pt>
                <c:pt idx="171" formatCode="General">
                  <c:v>1.71</c:v>
                </c:pt>
                <c:pt idx="172" formatCode="General">
                  <c:v>1.72</c:v>
                </c:pt>
                <c:pt idx="173" formatCode="General">
                  <c:v>1.73</c:v>
                </c:pt>
                <c:pt idx="174" formatCode="General">
                  <c:v>1.74</c:v>
                </c:pt>
                <c:pt idx="175" formatCode="General">
                  <c:v>1.75</c:v>
                </c:pt>
                <c:pt idx="176" formatCode="General">
                  <c:v>1.76</c:v>
                </c:pt>
                <c:pt idx="177" formatCode="General">
                  <c:v>1.77</c:v>
                </c:pt>
                <c:pt idx="178" formatCode="General">
                  <c:v>1.78</c:v>
                </c:pt>
                <c:pt idx="179" formatCode="General">
                  <c:v>1.79</c:v>
                </c:pt>
                <c:pt idx="180" formatCode="General">
                  <c:v>1.8</c:v>
                </c:pt>
                <c:pt idx="181" formatCode="General">
                  <c:v>1.81</c:v>
                </c:pt>
                <c:pt idx="182" formatCode="General">
                  <c:v>1.82</c:v>
                </c:pt>
                <c:pt idx="183" formatCode="General">
                  <c:v>1.83</c:v>
                </c:pt>
                <c:pt idx="184" formatCode="General">
                  <c:v>1.84</c:v>
                </c:pt>
                <c:pt idx="185" formatCode="General">
                  <c:v>1.85</c:v>
                </c:pt>
                <c:pt idx="186" formatCode="General">
                  <c:v>1.86</c:v>
                </c:pt>
                <c:pt idx="187" formatCode="General">
                  <c:v>1.87</c:v>
                </c:pt>
                <c:pt idx="188" formatCode="General">
                  <c:v>1.88</c:v>
                </c:pt>
                <c:pt idx="189" formatCode="General">
                  <c:v>1.89</c:v>
                </c:pt>
                <c:pt idx="190" formatCode="General">
                  <c:v>1.9</c:v>
                </c:pt>
                <c:pt idx="191" formatCode="General">
                  <c:v>1.91</c:v>
                </c:pt>
                <c:pt idx="192" formatCode="General">
                  <c:v>1.92</c:v>
                </c:pt>
                <c:pt idx="193" formatCode="General">
                  <c:v>1.93</c:v>
                </c:pt>
                <c:pt idx="194" formatCode="General">
                  <c:v>1.94</c:v>
                </c:pt>
                <c:pt idx="195" formatCode="General">
                  <c:v>1.95</c:v>
                </c:pt>
                <c:pt idx="196" formatCode="General">
                  <c:v>1.96</c:v>
                </c:pt>
                <c:pt idx="197" formatCode="General">
                  <c:v>1.97</c:v>
                </c:pt>
                <c:pt idx="198" formatCode="General">
                  <c:v>1.98</c:v>
                </c:pt>
                <c:pt idx="199" formatCode="General">
                  <c:v>1.99</c:v>
                </c:pt>
                <c:pt idx="200" formatCode="General">
                  <c:v>2</c:v>
                </c:pt>
                <c:pt idx="201" formatCode="General">
                  <c:v>2.0099999999999998</c:v>
                </c:pt>
                <c:pt idx="202" formatCode="General">
                  <c:v>2.02</c:v>
                </c:pt>
                <c:pt idx="203" formatCode="General">
                  <c:v>2.0299999999999998</c:v>
                </c:pt>
                <c:pt idx="204" formatCode="General">
                  <c:v>2.04</c:v>
                </c:pt>
                <c:pt idx="205" formatCode="General">
                  <c:v>2.0499999999999998</c:v>
                </c:pt>
                <c:pt idx="206" formatCode="General">
                  <c:v>2.06</c:v>
                </c:pt>
                <c:pt idx="207" formatCode="General">
                  <c:v>2.0699999999999901</c:v>
                </c:pt>
                <c:pt idx="208" formatCode="General">
                  <c:v>2.0799999999999899</c:v>
                </c:pt>
                <c:pt idx="209" formatCode="General">
                  <c:v>2.0899999999999901</c:v>
                </c:pt>
                <c:pt idx="210" formatCode="General">
                  <c:v>2.0999999999999899</c:v>
                </c:pt>
                <c:pt idx="211" formatCode="General">
                  <c:v>2.1099999999999901</c:v>
                </c:pt>
                <c:pt idx="212" formatCode="General">
                  <c:v>2.1199999999999899</c:v>
                </c:pt>
                <c:pt idx="213" formatCode="General">
                  <c:v>2.1299999999999901</c:v>
                </c:pt>
                <c:pt idx="214" formatCode="General">
                  <c:v>2.1399999999999899</c:v>
                </c:pt>
                <c:pt idx="215" formatCode="General">
                  <c:v>2.1499999999999901</c:v>
                </c:pt>
                <c:pt idx="216" formatCode="General">
                  <c:v>2.1599999999999899</c:v>
                </c:pt>
                <c:pt idx="217" formatCode="General">
                  <c:v>2.1699999999999902</c:v>
                </c:pt>
                <c:pt idx="218" formatCode="General">
                  <c:v>2.1799999999999899</c:v>
                </c:pt>
                <c:pt idx="219" formatCode="General">
                  <c:v>2.1899999999999902</c:v>
                </c:pt>
                <c:pt idx="220" formatCode="General">
                  <c:v>2.19999999999999</c:v>
                </c:pt>
                <c:pt idx="221" formatCode="General">
                  <c:v>2.2099999999999902</c:v>
                </c:pt>
                <c:pt idx="222" formatCode="General">
                  <c:v>2.21999999999999</c:v>
                </c:pt>
                <c:pt idx="223" formatCode="General">
                  <c:v>2.2299999999999902</c:v>
                </c:pt>
                <c:pt idx="224" formatCode="General">
                  <c:v>2.23999999999999</c:v>
                </c:pt>
                <c:pt idx="225" formatCode="General">
                  <c:v>2.2499999999999898</c:v>
                </c:pt>
                <c:pt idx="226" formatCode="General">
                  <c:v>2.25999999999999</c:v>
                </c:pt>
                <c:pt idx="227" formatCode="General">
                  <c:v>2.2699999999999898</c:v>
                </c:pt>
                <c:pt idx="228" formatCode="General">
                  <c:v>2.27999999999999</c:v>
                </c:pt>
                <c:pt idx="229" formatCode="General">
                  <c:v>2.2899999999999898</c:v>
                </c:pt>
                <c:pt idx="230" formatCode="General">
                  <c:v>2.2999999999999901</c:v>
                </c:pt>
                <c:pt idx="231" formatCode="General">
                  <c:v>2.3099999999999898</c:v>
                </c:pt>
                <c:pt idx="232" formatCode="General">
                  <c:v>2.3199999999999901</c:v>
                </c:pt>
                <c:pt idx="233" formatCode="General">
                  <c:v>2.3299999999999899</c:v>
                </c:pt>
                <c:pt idx="234" formatCode="General">
                  <c:v>2.3399999999999901</c:v>
                </c:pt>
                <c:pt idx="235" formatCode="General">
                  <c:v>2.3499999999999899</c:v>
                </c:pt>
                <c:pt idx="236" formatCode="General">
                  <c:v>2.3599999999999901</c:v>
                </c:pt>
                <c:pt idx="237" formatCode="General">
                  <c:v>2.3699999999999899</c:v>
                </c:pt>
                <c:pt idx="238" formatCode="General">
                  <c:v>2.3799999999999901</c:v>
                </c:pt>
                <c:pt idx="239" formatCode="General">
                  <c:v>2.3899999999999899</c:v>
                </c:pt>
                <c:pt idx="240" formatCode="General">
                  <c:v>2.3999999999999901</c:v>
                </c:pt>
                <c:pt idx="241" formatCode="General">
                  <c:v>2.4099999999999899</c:v>
                </c:pt>
                <c:pt idx="242" formatCode="General">
                  <c:v>2.4199999999999902</c:v>
                </c:pt>
                <c:pt idx="243" formatCode="General">
                  <c:v>2.4299999999999899</c:v>
                </c:pt>
                <c:pt idx="244" formatCode="General">
                  <c:v>2.4399999999999902</c:v>
                </c:pt>
                <c:pt idx="245" formatCode="General">
                  <c:v>2.44999999999999</c:v>
                </c:pt>
                <c:pt idx="246" formatCode="General">
                  <c:v>2.4599999999999902</c:v>
                </c:pt>
                <c:pt idx="247" formatCode="General">
                  <c:v>2.46999999999999</c:v>
                </c:pt>
                <c:pt idx="248" formatCode="General">
                  <c:v>2.4799999999999902</c:v>
                </c:pt>
                <c:pt idx="249" formatCode="General">
                  <c:v>2.48999999999999</c:v>
                </c:pt>
                <c:pt idx="250" formatCode="General">
                  <c:v>2.4999999999999898</c:v>
                </c:pt>
                <c:pt idx="251" formatCode="General">
                  <c:v>2.50999999999999</c:v>
                </c:pt>
                <c:pt idx="252" formatCode="General">
                  <c:v>2.5199999999999898</c:v>
                </c:pt>
                <c:pt idx="253" formatCode="General">
                  <c:v>2.52999999999999</c:v>
                </c:pt>
                <c:pt idx="254" formatCode="General">
                  <c:v>2.5399999999999801</c:v>
                </c:pt>
                <c:pt idx="255" formatCode="General">
                  <c:v>2.5499999999999798</c:v>
                </c:pt>
                <c:pt idx="256" formatCode="General">
                  <c:v>2.5599999999999801</c:v>
                </c:pt>
                <c:pt idx="257" formatCode="General">
                  <c:v>2.5699999999999799</c:v>
                </c:pt>
                <c:pt idx="258" formatCode="General">
                  <c:v>2.5799999999999801</c:v>
                </c:pt>
                <c:pt idx="259" formatCode="General">
                  <c:v>2.5899999999999799</c:v>
                </c:pt>
                <c:pt idx="260" formatCode="General">
                  <c:v>2.5999999999999801</c:v>
                </c:pt>
                <c:pt idx="261" formatCode="General">
                  <c:v>2.6099999999999799</c:v>
                </c:pt>
                <c:pt idx="262" formatCode="General">
                  <c:v>2.6199999999999801</c:v>
                </c:pt>
                <c:pt idx="263" formatCode="General">
                  <c:v>2.6299999999999799</c:v>
                </c:pt>
                <c:pt idx="264" formatCode="General">
                  <c:v>2.6399999999999801</c:v>
                </c:pt>
                <c:pt idx="265" formatCode="General">
                  <c:v>2.6499999999999799</c:v>
                </c:pt>
                <c:pt idx="266" formatCode="General">
                  <c:v>2.6599999999999802</c:v>
                </c:pt>
                <c:pt idx="267" formatCode="General">
                  <c:v>2.6699999999999799</c:v>
                </c:pt>
                <c:pt idx="268" formatCode="General">
                  <c:v>2.6799999999999802</c:v>
                </c:pt>
                <c:pt idx="269" formatCode="General">
                  <c:v>2.68999999999998</c:v>
                </c:pt>
                <c:pt idx="270" formatCode="General">
                  <c:v>2.6999999999999802</c:v>
                </c:pt>
                <c:pt idx="271" formatCode="General">
                  <c:v>2.70999999999998</c:v>
                </c:pt>
                <c:pt idx="272" formatCode="General">
                  <c:v>2.7199999999999802</c:v>
                </c:pt>
                <c:pt idx="273" formatCode="General">
                  <c:v>2.72999999999998</c:v>
                </c:pt>
                <c:pt idx="274" formatCode="General">
                  <c:v>2.7399999999999798</c:v>
                </c:pt>
                <c:pt idx="275" formatCode="General">
                  <c:v>2.74999999999998</c:v>
                </c:pt>
                <c:pt idx="276" formatCode="General">
                  <c:v>2.7599999999999798</c:v>
                </c:pt>
                <c:pt idx="277" formatCode="General">
                  <c:v>2.76999999999998</c:v>
                </c:pt>
                <c:pt idx="278" formatCode="General">
                  <c:v>2.7799999999999798</c:v>
                </c:pt>
                <c:pt idx="279" formatCode="General">
                  <c:v>2.7899999999999801</c:v>
                </c:pt>
                <c:pt idx="280" formatCode="General">
                  <c:v>2.7999999999999798</c:v>
                </c:pt>
                <c:pt idx="281" formatCode="General">
                  <c:v>2.8099999999999801</c:v>
                </c:pt>
                <c:pt idx="282" formatCode="General">
                  <c:v>2.8199999999999799</c:v>
                </c:pt>
                <c:pt idx="283" formatCode="General">
                  <c:v>2.8299999999999801</c:v>
                </c:pt>
                <c:pt idx="284" formatCode="General">
                  <c:v>2.8399999999999799</c:v>
                </c:pt>
                <c:pt idx="285" formatCode="General">
                  <c:v>2.8499999999999801</c:v>
                </c:pt>
                <c:pt idx="286" formatCode="General">
                  <c:v>2.8599999999999799</c:v>
                </c:pt>
                <c:pt idx="287" formatCode="General">
                  <c:v>2.8699999999999801</c:v>
                </c:pt>
                <c:pt idx="288" formatCode="General">
                  <c:v>2.8799999999999799</c:v>
                </c:pt>
                <c:pt idx="289" formatCode="General">
                  <c:v>2.8899999999999801</c:v>
                </c:pt>
                <c:pt idx="290" formatCode="General">
                  <c:v>2.8999999999999799</c:v>
                </c:pt>
                <c:pt idx="291" formatCode="General">
                  <c:v>2.9099999999999802</c:v>
                </c:pt>
                <c:pt idx="292" formatCode="General">
                  <c:v>2.9199999999999799</c:v>
                </c:pt>
                <c:pt idx="293" formatCode="General">
                  <c:v>2.9299999999999802</c:v>
                </c:pt>
                <c:pt idx="294" formatCode="General">
                  <c:v>2.93999999999998</c:v>
                </c:pt>
                <c:pt idx="295" formatCode="General">
                  <c:v>2.9499999999999802</c:v>
                </c:pt>
                <c:pt idx="296" formatCode="General">
                  <c:v>2.95999999999998</c:v>
                </c:pt>
                <c:pt idx="297" formatCode="General">
                  <c:v>2.9699999999999802</c:v>
                </c:pt>
                <c:pt idx="298" formatCode="General">
                  <c:v>2.97999999999998</c:v>
                </c:pt>
                <c:pt idx="299" formatCode="General">
                  <c:v>2.9899999999999798</c:v>
                </c:pt>
                <c:pt idx="300" formatCode="General">
                  <c:v>2.99999999999998</c:v>
                </c:pt>
                <c:pt idx="301" formatCode="General">
                  <c:v>3.00999999999997</c:v>
                </c:pt>
                <c:pt idx="302" formatCode="General">
                  <c:v>3.0199999999999698</c:v>
                </c:pt>
                <c:pt idx="303" formatCode="General">
                  <c:v>3.0299999999999701</c:v>
                </c:pt>
                <c:pt idx="304" formatCode="General">
                  <c:v>3.0399999999999698</c:v>
                </c:pt>
                <c:pt idx="305" formatCode="General">
                  <c:v>3.0499999999999701</c:v>
                </c:pt>
                <c:pt idx="306" formatCode="General">
                  <c:v>3.0599999999999699</c:v>
                </c:pt>
                <c:pt idx="307" formatCode="General">
                  <c:v>3.0699999999999701</c:v>
                </c:pt>
                <c:pt idx="308" formatCode="General">
                  <c:v>3.0799999999999699</c:v>
                </c:pt>
                <c:pt idx="309" formatCode="General">
                  <c:v>3.0899999999999701</c:v>
                </c:pt>
                <c:pt idx="310" formatCode="General">
                  <c:v>3.0999999999999699</c:v>
                </c:pt>
                <c:pt idx="311" formatCode="General">
                  <c:v>3.1099999999999701</c:v>
                </c:pt>
                <c:pt idx="312" formatCode="General">
                  <c:v>3.1199999999999699</c:v>
                </c:pt>
                <c:pt idx="313" formatCode="General">
                  <c:v>3.1299999999999701</c:v>
                </c:pt>
                <c:pt idx="314" formatCode="General">
                  <c:v>3.1399999999999699</c:v>
                </c:pt>
                <c:pt idx="315" formatCode="General">
                  <c:v>3.1499999999999702</c:v>
                </c:pt>
                <c:pt idx="316" formatCode="General">
                  <c:v>3.1599999999999699</c:v>
                </c:pt>
                <c:pt idx="317" formatCode="General">
                  <c:v>3.1699999999999702</c:v>
                </c:pt>
                <c:pt idx="318" formatCode="General">
                  <c:v>3.17999999999997</c:v>
                </c:pt>
                <c:pt idx="319" formatCode="General">
                  <c:v>3.1899999999999702</c:v>
                </c:pt>
                <c:pt idx="320" formatCode="General">
                  <c:v>3.19999999999997</c:v>
                </c:pt>
                <c:pt idx="321" formatCode="General">
                  <c:v>3.2099999999999702</c:v>
                </c:pt>
                <c:pt idx="322" formatCode="General">
                  <c:v>3.21999999999997</c:v>
                </c:pt>
                <c:pt idx="323" formatCode="General">
                  <c:v>3.2299999999999698</c:v>
                </c:pt>
                <c:pt idx="324" formatCode="General">
                  <c:v>3.23999999999997</c:v>
                </c:pt>
                <c:pt idx="325" formatCode="General">
                  <c:v>3.2499999999999698</c:v>
                </c:pt>
                <c:pt idx="326" formatCode="General">
                  <c:v>3.25999999999997</c:v>
                </c:pt>
                <c:pt idx="327" formatCode="General">
                  <c:v>3.2699999999999698</c:v>
                </c:pt>
                <c:pt idx="328" formatCode="General">
                  <c:v>3.2799999999999701</c:v>
                </c:pt>
                <c:pt idx="329" formatCode="General">
                  <c:v>3.2899999999999698</c:v>
                </c:pt>
                <c:pt idx="330" formatCode="General">
                  <c:v>3.2999999999999701</c:v>
                </c:pt>
                <c:pt idx="331" formatCode="General">
                  <c:v>3.3099999999999699</c:v>
                </c:pt>
                <c:pt idx="332" formatCode="General">
                  <c:v>3.3199999999999701</c:v>
                </c:pt>
                <c:pt idx="333" formatCode="General">
                  <c:v>3.3299999999999699</c:v>
                </c:pt>
                <c:pt idx="334" formatCode="General">
                  <c:v>3.3399999999999701</c:v>
                </c:pt>
                <c:pt idx="335" formatCode="General">
                  <c:v>3.3499999999999699</c:v>
                </c:pt>
                <c:pt idx="336" formatCode="General">
                  <c:v>3.3599999999999701</c:v>
                </c:pt>
                <c:pt idx="337" formatCode="General">
                  <c:v>3.3699999999999699</c:v>
                </c:pt>
                <c:pt idx="338" formatCode="General">
                  <c:v>3.3799999999999701</c:v>
                </c:pt>
                <c:pt idx="339" formatCode="General">
                  <c:v>3.3899999999999699</c:v>
                </c:pt>
                <c:pt idx="340" formatCode="General">
                  <c:v>3.3999999999999702</c:v>
                </c:pt>
                <c:pt idx="341" formatCode="General">
                  <c:v>3.4099999999999699</c:v>
                </c:pt>
                <c:pt idx="342" formatCode="General">
                  <c:v>3.4199999999999702</c:v>
                </c:pt>
                <c:pt idx="343" formatCode="General">
                  <c:v>3.42999999999997</c:v>
                </c:pt>
                <c:pt idx="344" formatCode="General">
                  <c:v>3.4399999999999702</c:v>
                </c:pt>
                <c:pt idx="345" formatCode="General">
                  <c:v>3.44999999999997</c:v>
                </c:pt>
                <c:pt idx="346" formatCode="General">
                  <c:v>3.4599999999999702</c:v>
                </c:pt>
                <c:pt idx="347" formatCode="General">
                  <c:v>3.46999999999997</c:v>
                </c:pt>
                <c:pt idx="348" formatCode="General">
                  <c:v>3.47999999999996</c:v>
                </c:pt>
                <c:pt idx="349" formatCode="General">
                  <c:v>3.4899999999999598</c:v>
                </c:pt>
                <c:pt idx="350" formatCode="General">
                  <c:v>3.49999999999996</c:v>
                </c:pt>
                <c:pt idx="351" formatCode="General">
                  <c:v>3.5099999999999598</c:v>
                </c:pt>
                <c:pt idx="352" formatCode="General">
                  <c:v>3.51999999999996</c:v>
                </c:pt>
                <c:pt idx="353" formatCode="General">
                  <c:v>3.5299999999999598</c:v>
                </c:pt>
                <c:pt idx="354" formatCode="General">
                  <c:v>3.5399999999999601</c:v>
                </c:pt>
                <c:pt idx="355" formatCode="General">
                  <c:v>3.5499999999999599</c:v>
                </c:pt>
                <c:pt idx="356" formatCode="General">
                  <c:v>3.5599999999999601</c:v>
                </c:pt>
                <c:pt idx="357" formatCode="General">
                  <c:v>3.5699999999999599</c:v>
                </c:pt>
                <c:pt idx="358" formatCode="General">
                  <c:v>3.5799999999999601</c:v>
                </c:pt>
                <c:pt idx="359" formatCode="General">
                  <c:v>3.5899999999999599</c:v>
                </c:pt>
                <c:pt idx="360" formatCode="General">
                  <c:v>3.5999999999999601</c:v>
                </c:pt>
                <c:pt idx="361" formatCode="General">
                  <c:v>3.6099999999999599</c:v>
                </c:pt>
                <c:pt idx="362" formatCode="General">
                  <c:v>3.6199999999999601</c:v>
                </c:pt>
                <c:pt idx="363" formatCode="General">
                  <c:v>3.6299999999999599</c:v>
                </c:pt>
                <c:pt idx="364" formatCode="General">
                  <c:v>3.6399999999999602</c:v>
                </c:pt>
                <c:pt idx="365" formatCode="General">
                  <c:v>3.6499999999999599</c:v>
                </c:pt>
                <c:pt idx="366" formatCode="General">
                  <c:v>3.6599999999999602</c:v>
                </c:pt>
                <c:pt idx="367" formatCode="General">
                  <c:v>3.66999999999996</c:v>
                </c:pt>
                <c:pt idx="368" formatCode="General">
                  <c:v>3.6799999999999602</c:v>
                </c:pt>
                <c:pt idx="369" formatCode="General">
                  <c:v>3.68999999999996</c:v>
                </c:pt>
                <c:pt idx="370" formatCode="General">
                  <c:v>3.6999999999999602</c:v>
                </c:pt>
                <c:pt idx="371" formatCode="General">
                  <c:v>3.70999999999996</c:v>
                </c:pt>
                <c:pt idx="372" formatCode="General">
                  <c:v>3.7199999999999598</c:v>
                </c:pt>
                <c:pt idx="373" formatCode="General">
                  <c:v>3.72999999999996</c:v>
                </c:pt>
                <c:pt idx="374" formatCode="General">
                  <c:v>3.7399999999999598</c:v>
                </c:pt>
                <c:pt idx="375" formatCode="General">
                  <c:v>3.74999999999996</c:v>
                </c:pt>
                <c:pt idx="376" formatCode="General">
                  <c:v>3.7599999999999598</c:v>
                </c:pt>
                <c:pt idx="377" formatCode="General">
                  <c:v>3.76999999999996</c:v>
                </c:pt>
                <c:pt idx="378" formatCode="General">
                  <c:v>3.7799999999999598</c:v>
                </c:pt>
                <c:pt idx="379" formatCode="General">
                  <c:v>3.7899999999999601</c:v>
                </c:pt>
                <c:pt idx="380" formatCode="General">
                  <c:v>3.7999999999999599</c:v>
                </c:pt>
                <c:pt idx="381" formatCode="General">
                  <c:v>3.8099999999999601</c:v>
                </c:pt>
                <c:pt idx="382" formatCode="General">
                  <c:v>3.8199999999999599</c:v>
                </c:pt>
                <c:pt idx="383" formatCode="General">
                  <c:v>3.8299999999999601</c:v>
                </c:pt>
                <c:pt idx="384" formatCode="General">
                  <c:v>3.8399999999999599</c:v>
                </c:pt>
                <c:pt idx="385" formatCode="General">
                  <c:v>3.8499999999999601</c:v>
                </c:pt>
                <c:pt idx="386" formatCode="General">
                  <c:v>3.8599999999999599</c:v>
                </c:pt>
                <c:pt idx="387" formatCode="General">
                  <c:v>3.8699999999999601</c:v>
                </c:pt>
                <c:pt idx="388" formatCode="General">
                  <c:v>3.8799999999999599</c:v>
                </c:pt>
                <c:pt idx="389" formatCode="General">
                  <c:v>3.8899999999999602</c:v>
                </c:pt>
                <c:pt idx="390" formatCode="General">
                  <c:v>3.8999999999999599</c:v>
                </c:pt>
                <c:pt idx="391" formatCode="General">
                  <c:v>3.9099999999999602</c:v>
                </c:pt>
                <c:pt idx="392" formatCode="General">
                  <c:v>3.91999999999996</c:v>
                </c:pt>
                <c:pt idx="393" formatCode="General">
                  <c:v>3.9299999999999602</c:v>
                </c:pt>
                <c:pt idx="394" formatCode="General">
                  <c:v>3.93999999999996</c:v>
                </c:pt>
                <c:pt idx="395" formatCode="General">
                  <c:v>3.94999999999995</c:v>
                </c:pt>
                <c:pt idx="396" formatCode="General">
                  <c:v>3.9599999999999498</c:v>
                </c:pt>
                <c:pt idx="397" formatCode="General">
                  <c:v>3.96999999999995</c:v>
                </c:pt>
                <c:pt idx="398" formatCode="General">
                  <c:v>3.9799999999999498</c:v>
                </c:pt>
                <c:pt idx="399" formatCode="General">
                  <c:v>3.98999999999995</c:v>
                </c:pt>
                <c:pt idx="400" formatCode="General">
                  <c:v>3.9999999999999498</c:v>
                </c:pt>
                <c:pt idx="401" formatCode="General">
                  <c:v>4.00999999999995</c:v>
                </c:pt>
                <c:pt idx="402" formatCode="General">
                  <c:v>4.0199999999999498</c:v>
                </c:pt>
                <c:pt idx="403" formatCode="General">
                  <c:v>4.0299999999999496</c:v>
                </c:pt>
                <c:pt idx="404" formatCode="General">
                  <c:v>4.0399999999999503</c:v>
                </c:pt>
                <c:pt idx="405" formatCode="General">
                  <c:v>4.0499999999999501</c:v>
                </c:pt>
                <c:pt idx="406" formatCode="General">
                  <c:v>4.0599999999999499</c:v>
                </c:pt>
                <c:pt idx="407" formatCode="General">
                  <c:v>4.0699999999999497</c:v>
                </c:pt>
                <c:pt idx="408" formatCode="General">
                  <c:v>4.0799999999999503</c:v>
                </c:pt>
                <c:pt idx="409" formatCode="General">
                  <c:v>4.0899999999999501</c:v>
                </c:pt>
                <c:pt idx="410" formatCode="General">
                  <c:v>4.0999999999999499</c:v>
                </c:pt>
                <c:pt idx="411" formatCode="General">
                  <c:v>4.1099999999999497</c:v>
                </c:pt>
                <c:pt idx="412" formatCode="General">
                  <c:v>4.1199999999999504</c:v>
                </c:pt>
                <c:pt idx="413" formatCode="General">
                  <c:v>4.1299999999999502</c:v>
                </c:pt>
                <c:pt idx="414" formatCode="General">
                  <c:v>4.1399999999999499</c:v>
                </c:pt>
                <c:pt idx="415" formatCode="General">
                  <c:v>4.1499999999999497</c:v>
                </c:pt>
                <c:pt idx="416" formatCode="General">
                  <c:v>4.1599999999999504</c:v>
                </c:pt>
                <c:pt idx="417" formatCode="General">
                  <c:v>4.1699999999999502</c:v>
                </c:pt>
                <c:pt idx="418" formatCode="General">
                  <c:v>4.17999999999995</c:v>
                </c:pt>
                <c:pt idx="419" formatCode="General">
                  <c:v>4.1899999999999498</c:v>
                </c:pt>
                <c:pt idx="420" formatCode="General">
                  <c:v>4.1999999999999504</c:v>
                </c:pt>
                <c:pt idx="421" formatCode="General">
                  <c:v>4.2099999999999502</c:v>
                </c:pt>
                <c:pt idx="422" formatCode="General">
                  <c:v>4.21999999999995</c:v>
                </c:pt>
                <c:pt idx="423" formatCode="General">
                  <c:v>4.2299999999999498</c:v>
                </c:pt>
                <c:pt idx="424" formatCode="General">
                  <c:v>4.2399999999999496</c:v>
                </c:pt>
                <c:pt idx="425" formatCode="General">
                  <c:v>4.2499999999999503</c:v>
                </c:pt>
                <c:pt idx="426" formatCode="General">
                  <c:v>4.25999999999995</c:v>
                </c:pt>
                <c:pt idx="427" formatCode="General">
                  <c:v>4.2699999999999498</c:v>
                </c:pt>
                <c:pt idx="428" formatCode="General">
                  <c:v>4.2799999999999496</c:v>
                </c:pt>
                <c:pt idx="429" formatCode="General">
                  <c:v>4.2899999999999503</c:v>
                </c:pt>
                <c:pt idx="430" formatCode="General">
                  <c:v>4.2999999999999501</c:v>
                </c:pt>
                <c:pt idx="431" formatCode="General">
                  <c:v>4.3099999999999499</c:v>
                </c:pt>
                <c:pt idx="432" formatCode="General">
                  <c:v>4.3199999999999497</c:v>
                </c:pt>
                <c:pt idx="433" formatCode="General">
                  <c:v>4.3299999999999503</c:v>
                </c:pt>
                <c:pt idx="434" formatCode="General">
                  <c:v>4.3399999999999501</c:v>
                </c:pt>
                <c:pt idx="435" formatCode="General">
                  <c:v>4.3499999999999499</c:v>
                </c:pt>
                <c:pt idx="436" formatCode="General">
                  <c:v>4.3599999999999497</c:v>
                </c:pt>
                <c:pt idx="437" formatCode="General">
                  <c:v>4.3699999999999504</c:v>
                </c:pt>
                <c:pt idx="438" formatCode="General">
                  <c:v>4.3799999999999502</c:v>
                </c:pt>
                <c:pt idx="439" formatCode="General">
                  <c:v>4.3899999999999499</c:v>
                </c:pt>
                <c:pt idx="440" formatCode="General">
                  <c:v>4.3999999999999497</c:v>
                </c:pt>
                <c:pt idx="441" formatCode="General">
                  <c:v>4.4099999999999504</c:v>
                </c:pt>
                <c:pt idx="442" formatCode="General">
                  <c:v>4.4199999999999502</c:v>
                </c:pt>
                <c:pt idx="443" formatCode="General">
                  <c:v>4.42999999999995</c:v>
                </c:pt>
                <c:pt idx="444" formatCode="General">
                  <c:v>4.43999999999994</c:v>
                </c:pt>
                <c:pt idx="445" formatCode="General">
                  <c:v>4.4499999999999398</c:v>
                </c:pt>
                <c:pt idx="446" formatCode="General">
                  <c:v>4.4599999999999396</c:v>
                </c:pt>
                <c:pt idx="447" formatCode="General">
                  <c:v>4.4699999999999402</c:v>
                </c:pt>
                <c:pt idx="448" formatCode="General">
                  <c:v>4.47999999999994</c:v>
                </c:pt>
                <c:pt idx="449" formatCode="General">
                  <c:v>4.4899999999999398</c:v>
                </c:pt>
                <c:pt idx="450" formatCode="General">
                  <c:v>4.4999999999999396</c:v>
                </c:pt>
                <c:pt idx="451" formatCode="General">
                  <c:v>4.5099999999999403</c:v>
                </c:pt>
                <c:pt idx="452" formatCode="General">
                  <c:v>4.5199999999999401</c:v>
                </c:pt>
                <c:pt idx="453" formatCode="General">
                  <c:v>4.5299999999999399</c:v>
                </c:pt>
                <c:pt idx="454" formatCode="General">
                  <c:v>4.5399999999999396</c:v>
                </c:pt>
                <c:pt idx="455" formatCode="General">
                  <c:v>4.5499999999999403</c:v>
                </c:pt>
                <c:pt idx="456" formatCode="General">
                  <c:v>4.5599999999999401</c:v>
                </c:pt>
                <c:pt idx="457" formatCode="General">
                  <c:v>4.5699999999999399</c:v>
                </c:pt>
                <c:pt idx="458" formatCode="General">
                  <c:v>4.5799999999999397</c:v>
                </c:pt>
                <c:pt idx="459" formatCode="General">
                  <c:v>4.5899999999999403</c:v>
                </c:pt>
                <c:pt idx="460" formatCode="General">
                  <c:v>4.5999999999999401</c:v>
                </c:pt>
                <c:pt idx="461" formatCode="General">
                  <c:v>4.6099999999999399</c:v>
                </c:pt>
                <c:pt idx="462" formatCode="General">
                  <c:v>4.6199999999999397</c:v>
                </c:pt>
                <c:pt idx="463" formatCode="General">
                  <c:v>4.6299999999999404</c:v>
                </c:pt>
                <c:pt idx="464" formatCode="General">
                  <c:v>4.6399999999999402</c:v>
                </c:pt>
                <c:pt idx="465" formatCode="General">
                  <c:v>4.64999999999994</c:v>
                </c:pt>
                <c:pt idx="466" formatCode="General">
                  <c:v>4.6599999999999397</c:v>
                </c:pt>
                <c:pt idx="467" formatCode="General">
                  <c:v>4.6699999999999404</c:v>
                </c:pt>
                <c:pt idx="468" formatCode="General">
                  <c:v>4.6799999999999402</c:v>
                </c:pt>
                <c:pt idx="469" formatCode="General">
                  <c:v>4.68999999999994</c:v>
                </c:pt>
                <c:pt idx="470" formatCode="General">
                  <c:v>4.6999999999999398</c:v>
                </c:pt>
                <c:pt idx="471" formatCode="General">
                  <c:v>4.7099999999999396</c:v>
                </c:pt>
                <c:pt idx="472" formatCode="General">
                  <c:v>4.7199999999999402</c:v>
                </c:pt>
                <c:pt idx="473" formatCode="General">
                  <c:v>4.72999999999994</c:v>
                </c:pt>
                <c:pt idx="474" formatCode="General">
                  <c:v>4.7399999999999398</c:v>
                </c:pt>
                <c:pt idx="475" formatCode="General">
                  <c:v>4.7499999999999396</c:v>
                </c:pt>
                <c:pt idx="476" formatCode="General">
                  <c:v>4.7599999999999403</c:v>
                </c:pt>
                <c:pt idx="477" formatCode="General">
                  <c:v>4.7699999999999401</c:v>
                </c:pt>
                <c:pt idx="478" formatCode="General">
                  <c:v>4.7799999999999399</c:v>
                </c:pt>
                <c:pt idx="479" formatCode="General">
                  <c:v>4.7899999999999396</c:v>
                </c:pt>
                <c:pt idx="480" formatCode="General">
                  <c:v>4.7999999999999403</c:v>
                </c:pt>
                <c:pt idx="481" formatCode="General">
                  <c:v>4.8099999999999401</c:v>
                </c:pt>
                <c:pt idx="482" formatCode="General">
                  <c:v>4.8199999999999399</c:v>
                </c:pt>
                <c:pt idx="483" formatCode="General">
                  <c:v>4.8299999999999397</c:v>
                </c:pt>
                <c:pt idx="484" formatCode="General">
                  <c:v>4.8399999999999403</c:v>
                </c:pt>
                <c:pt idx="485" formatCode="General">
                  <c:v>4.8499999999999401</c:v>
                </c:pt>
                <c:pt idx="486" formatCode="General">
                  <c:v>4.8599999999999399</c:v>
                </c:pt>
                <c:pt idx="487" formatCode="General">
                  <c:v>4.8699999999999397</c:v>
                </c:pt>
                <c:pt idx="488" formatCode="General">
                  <c:v>4.8799999999999404</c:v>
                </c:pt>
                <c:pt idx="489" formatCode="General">
                  <c:v>4.8899999999999402</c:v>
                </c:pt>
                <c:pt idx="490" formatCode="General">
                  <c:v>4.89999999999994</c:v>
                </c:pt>
                <c:pt idx="491" formatCode="General">
                  <c:v>4.90999999999993</c:v>
                </c:pt>
                <c:pt idx="492" formatCode="General">
                  <c:v>4.9199999999999298</c:v>
                </c:pt>
                <c:pt idx="493" formatCode="General">
                  <c:v>4.9299999999999304</c:v>
                </c:pt>
                <c:pt idx="494" formatCode="General">
                  <c:v>4.9399999999999302</c:v>
                </c:pt>
                <c:pt idx="495" formatCode="General">
                  <c:v>4.94999999999993</c:v>
                </c:pt>
                <c:pt idx="496" formatCode="General">
                  <c:v>4.9599999999999298</c:v>
                </c:pt>
                <c:pt idx="497" formatCode="General">
                  <c:v>4.9699999999999296</c:v>
                </c:pt>
                <c:pt idx="498" formatCode="General">
                  <c:v>4.9799999999999303</c:v>
                </c:pt>
                <c:pt idx="499" formatCode="General">
                  <c:v>4.98999999999993</c:v>
                </c:pt>
                <c:pt idx="500" formatCode="General">
                  <c:v>4.9999999999999298</c:v>
                </c:pt>
                <c:pt idx="501" formatCode="General">
                  <c:v>5.0099999999999296</c:v>
                </c:pt>
              </c:numCache>
            </c:numRef>
          </c:xVal>
          <c:yVal>
            <c:numRef>
              <c:f>'-2.0'!$F$2:$F$503</c:f>
              <c:numCache>
                <c:formatCode>0.00E+00</c:formatCode>
                <c:ptCount val="502"/>
                <c:pt idx="0" formatCode="General">
                  <c:v>0</c:v>
                </c:pt>
                <c:pt idx="1">
                  <c:v>4.2629538960322997E-12</c:v>
                </c:pt>
                <c:pt idx="2">
                  <c:v>3.4005066124208797E-11</c:v>
                </c:pt>
                <c:pt idx="3">
                  <c:v>1.14434679129761E-10</c:v>
                </c:pt>
                <c:pt idx="4">
                  <c:v>2.7046544332928699E-10</c:v>
                </c:pt>
                <c:pt idx="5">
                  <c:v>5.2671714890325502E-10</c:v>
                </c:pt>
                <c:pt idx="6">
                  <c:v>9.0751657909831301E-10</c:v>
                </c:pt>
                <c:pt idx="7">
                  <c:v>1.4368983830839801E-9</c:v>
                </c:pt>
                <c:pt idx="8">
                  <c:v>2.1386059679291901E-9</c:v>
                </c:pt>
                <c:pt idx="9">
                  <c:v>3.0360924124145598E-9</c:v>
                </c:pt>
                <c:pt idx="10">
                  <c:v>4.1525213948586404E-9</c:v>
                </c:pt>
                <c:pt idx="11">
                  <c:v>5.5107681451699396E-9</c:v>
                </c:pt>
                <c:pt idx="12">
                  <c:v>7.1334204083056801E-9</c:v>
                </c:pt>
                <c:pt idx="13">
                  <c:v>9.0427794336944192E-9</c:v>
                </c:pt>
                <c:pt idx="14">
                  <c:v>1.12608609742187E-8</c:v>
                </c:pt>
                <c:pt idx="15">
                  <c:v>1.38093963089888E-8</c:v>
                </c:pt>
                <c:pt idx="16">
                  <c:v>1.67098332790446E-8</c:v>
                </c:pt>
                <c:pt idx="17">
                  <c:v>1.9983337341524299E-8</c:v>
                </c:pt>
                <c:pt idx="18">
                  <c:v>2.3650792639804601E-8</c:v>
                </c:pt>
                <c:pt idx="19">
                  <c:v>2.7732803089173701E-8</c:v>
                </c:pt>
                <c:pt idx="20">
                  <c:v>3.22496934789098E-8</c:v>
                </c:pt>
                <c:pt idx="21">
                  <c:v>3.7221510592066802E-8</c:v>
                </c:pt>
                <c:pt idx="22">
                  <c:v>4.2668024332647E-8</c:v>
                </c:pt>
                <c:pt idx="23">
                  <c:v>4.86087288781949E-8</c:v>
                </c:pt>
                <c:pt idx="24">
                  <c:v>5.5062843839126498E-8</c:v>
                </c:pt>
                <c:pt idx="25">
                  <c:v>6.2049315435440097E-8</c:v>
                </c:pt>
                <c:pt idx="26">
                  <c:v>6.9586817688201906E-8</c:v>
                </c:pt>
                <c:pt idx="27">
                  <c:v>7.7693753622112505E-8</c:v>
                </c:pt>
                <c:pt idx="28">
                  <c:v>8.6388256485237403E-8</c:v>
                </c:pt>
                <c:pt idx="29">
                  <c:v>9.56881909762345E-8</c:v>
                </c:pt>
                <c:pt idx="30">
                  <c:v>1.05611154490374E-7</c:v>
                </c:pt>
                <c:pt idx="31">
                  <c:v>1.16174478375338E-7</c:v>
                </c:pt>
                <c:pt idx="32">
                  <c:v>1.27395229199619E-7</c:v>
                </c:pt>
                <c:pt idx="33">
                  <c:v>1.3929021003243699E-7</c:v>
                </c:pt>
                <c:pt idx="34">
                  <c:v>1.5187596173679801E-7</c:v>
                </c:pt>
                <c:pt idx="35">
                  <c:v>1.6516876427298499E-7</c:v>
                </c:pt>
                <c:pt idx="36">
                  <c:v>1.79184638014216E-7</c:v>
                </c:pt>
                <c:pt idx="37">
                  <c:v>1.9393934507098899E-7</c:v>
                </c:pt>
                <c:pt idx="38">
                  <c:v>2.0944839062977201E-7</c:v>
                </c:pt>
                <c:pt idx="39">
                  <c:v>2.2572702429940399E-7</c:v>
                </c:pt>
                <c:pt idx="40">
                  <c:v>2.4279024146738197E-7</c:v>
                </c:pt>
                <c:pt idx="41">
                  <c:v>2.6065278467016102E-7</c:v>
                </c:pt>
                <c:pt idx="42">
                  <c:v>2.7932914496606502E-7</c:v>
                </c:pt>
                <c:pt idx="43">
                  <c:v>2.98833563325466E-7</c:v>
                </c:pt>
                <c:pt idx="44">
                  <c:v>3.19180032025532E-7</c:v>
                </c:pt>
                <c:pt idx="45">
                  <c:v>3.40382296051161E-7</c:v>
                </c:pt>
                <c:pt idx="46">
                  <c:v>3.6245385451330098E-7</c:v>
                </c:pt>
                <c:pt idx="47">
                  <c:v>3.8540796206857401E-7</c:v>
                </c:pt>
                <c:pt idx="48">
                  <c:v>4.0925763034595799E-7</c:v>
                </c:pt>
                <c:pt idx="49">
                  <c:v>4.3401562938976601E-7</c:v>
                </c:pt>
                <c:pt idx="50">
                  <c:v>4.5969448910175998E-7</c:v>
                </c:pt>
                <c:pt idx="51">
                  <c:v>4.8630650069520904E-7</c:v>
                </c:pt>
                <c:pt idx="52">
                  <c:v>5.1386371815383903E-7</c:v>
                </c:pt>
                <c:pt idx="53">
                  <c:v>5.4237795970143103E-7</c:v>
                </c:pt>
                <c:pt idx="54">
                  <c:v>5.7186080927249697E-7</c:v>
                </c:pt>
                <c:pt idx="55">
                  <c:v>6.0232361799524905E-7</c:v>
                </c:pt>
                <c:pt idx="56">
                  <c:v>6.3377750567769603E-7</c:v>
                </c:pt>
                <c:pt idx="57">
                  <c:v>6.6623336229941299E-7</c:v>
                </c:pt>
                <c:pt idx="58">
                  <c:v>6.9970184951089701E-7</c:v>
                </c:pt>
                <c:pt idx="59">
                  <c:v>7.3419340213912198E-7</c:v>
                </c:pt>
                <c:pt idx="60">
                  <c:v>7.6971822969483899E-7</c:v>
                </c:pt>
                <c:pt idx="61">
                  <c:v>8.0628631788888001E-7</c:v>
                </c:pt>
                <c:pt idx="62">
                  <c:v>8.4390743015260001E-7</c:v>
                </c:pt>
                <c:pt idx="63">
                  <c:v>8.8259110916135498E-7</c:v>
                </c:pt>
                <c:pt idx="64">
                  <c:v>9.2234667836461599E-7</c:v>
                </c:pt>
                <c:pt idx="65">
                  <c:v>9.63183243518892E-7</c:v>
                </c:pt>
                <c:pt idx="66">
                  <c:v>1.0051096942255599E-6</c:v>
                </c:pt>
                <c:pt idx="67">
                  <c:v>1.0481347054741099E-6</c:v>
                </c:pt>
                <c:pt idx="68">
                  <c:v>1.0922667391848701E-6</c:v>
                </c:pt>
                <c:pt idx="69">
                  <c:v>1.13751404576049E-6</c:v>
                </c:pt>
                <c:pt idx="70">
                  <c:v>1.1838846656357501E-6</c:v>
                </c:pt>
                <c:pt idx="71">
                  <c:v>1.2313864308355401E-6</c:v>
                </c:pt>
                <c:pt idx="72">
                  <c:v>1.2800269665317499E-6</c:v>
                </c:pt>
                <c:pt idx="73">
                  <c:v>1.32981369260462E-6</c:v>
                </c:pt>
                <c:pt idx="74">
                  <c:v>1.3807538252064301E-6</c:v>
                </c:pt>
                <c:pt idx="75">
                  <c:v>1.4328543783268399E-6</c:v>
                </c:pt>
                <c:pt idx="76">
                  <c:v>1.4861221653621501E-6</c:v>
                </c:pt>
                <c:pt idx="77">
                  <c:v>1.54056380068677E-6</c:v>
                </c:pt>
                <c:pt idx="78">
                  <c:v>1.5961857012226E-6</c:v>
                </c:pt>
                <c:pt idx="79">
                  <c:v>1.6529940880131401E-6</c:v>
                </c:pt>
                <c:pt idx="80">
                  <c:v>1.7109949878007E-6</c:v>
                </c:pt>
                <c:pt idx="81">
                  <c:v>1.7701942346008501E-6</c:v>
                </c:pt>
                <c:pt idx="82">
                  <c:v>1.83059747128018E-6</c:v>
                </c:pt>
                <c:pt idx="83">
                  <c:v>1.89221015113649E-6</c:v>
                </c:pt>
                <c:pt idx="84">
                  <c:v>1.9550375394749299E-6</c:v>
                </c:pt>
                <c:pt idx="85">
                  <c:v>2.0190847151909098E-6</c:v>
                </c:pt>
                <c:pt idx="86">
                  <c:v>2.0843565723483702E-6</c:v>
                </c:pt>
                <c:pt idx="87">
                  <c:v>2.1508578217601801E-6</c:v>
                </c:pt>
                <c:pt idx="88">
                  <c:v>2.2185929925705798E-6</c:v>
                </c:pt>
                <c:pt idx="89">
                  <c:v>2.2875664338329201E-6</c:v>
                </c:pt>
                <c:pt idx="90">
                  <c:v>2.3577823160923299E-6</c:v>
                </c:pt>
                <c:pt idx="91">
                  <c:v>2.4292446329651399E-6</c:v>
                </c:pt>
                <c:pt idx="92">
                  <c:v>2.50195720271606E-6</c:v>
                </c:pt>
                <c:pt idx="93">
                  <c:v>2.5759236698406501E-6</c:v>
                </c:pt>
                <c:pt idx="94">
                  <c:v>2.65114750663897E-6</c:v>
                </c:pt>
                <c:pt idx="95">
                  <c:v>2.7276320147948098E-6</c:v>
                </c:pt>
                <c:pt idx="96">
                  <c:v>2.8053803269505902E-6</c:v>
                </c:pt>
                <c:pt idx="97">
                  <c:v>2.88439540828327E-6</c:v>
                </c:pt>
                <c:pt idx="98">
                  <c:v>2.9646800580741502E-6</c:v>
                </c:pt>
                <c:pt idx="99">
                  <c:v>3.0462369112818802E-6</c:v>
                </c:pt>
                <c:pt idx="100">
                  <c:v>3.1290684401143E-6</c:v>
                </c:pt>
                <c:pt idx="101">
                  <c:v>3.2131769555897102E-6</c:v>
                </c:pt>
                <c:pt idx="102">
                  <c:v>3.2985646091103501E-6</c:v>
                </c:pt>
                <c:pt idx="103">
                  <c:v>3.3852333940209802E-6</c:v>
                </c:pt>
                <c:pt idx="104">
                  <c:v>3.4731851471716898E-6</c:v>
                </c:pt>
                <c:pt idx="105">
                  <c:v>3.56242155047603E-6</c:v>
                </c:pt>
                <c:pt idx="106">
                  <c:v>3.6529441324692599E-6</c:v>
                </c:pt>
                <c:pt idx="107">
                  <c:v>3.74475426985913E-6</c:v>
                </c:pt>
                <c:pt idx="108">
                  <c:v>3.8378531890789101E-6</c:v>
                </c:pt>
                <c:pt idx="109">
                  <c:v>3.93224196783574E-6</c:v>
                </c:pt>
                <c:pt idx="110">
                  <c:v>4.0279215366534497E-6</c:v>
                </c:pt>
                <c:pt idx="111">
                  <c:v>4.12489268041684E-6</c:v>
                </c:pt>
                <c:pt idx="112">
                  <c:v>4.2231560399080599E-6</c:v>
                </c:pt>
                <c:pt idx="113">
                  <c:v>4.3227121133431402E-6</c:v>
                </c:pt>
                <c:pt idx="114">
                  <c:v>4.4235612579014699E-6</c:v>
                </c:pt>
                <c:pt idx="115">
                  <c:v>4.5257036912576298E-6</c:v>
                </c:pt>
                <c:pt idx="116">
                  <c:v>4.6291394931031596E-6</c:v>
                </c:pt>
                <c:pt idx="117">
                  <c:v>4.7338686066654998E-6</c:v>
                </c:pt>
                <c:pt idx="118">
                  <c:v>4.8398908402274104E-6</c:v>
                </c:pt>
                <c:pt idx="119">
                  <c:v>4.9472058686371597E-6</c:v>
                </c:pt>
                <c:pt idx="120">
                  <c:v>5.05581323481937E-6</c:v>
                </c:pt>
                <c:pt idx="121">
                  <c:v>5.1657123512759404E-6</c:v>
                </c:pt>
                <c:pt idx="122">
                  <c:v>5.2769025015862602E-6</c:v>
                </c:pt>
                <c:pt idx="123">
                  <c:v>5.3893828419038904E-6</c:v>
                </c:pt>
                <c:pt idx="124">
                  <c:v>5.5031524024453699E-6</c:v>
                </c:pt>
                <c:pt idx="125">
                  <c:v>5.6182100889758599E-6</c:v>
                </c:pt>
                <c:pt idx="126">
                  <c:v>5.73455468429278E-6</c:v>
                </c:pt>
                <c:pt idx="127">
                  <c:v>5.8521848496990597E-6</c:v>
                </c:pt>
                <c:pt idx="128">
                  <c:v>5.9710991264753599E-6</c:v>
                </c:pt>
                <c:pt idx="129">
                  <c:v>6.0912959373461802E-6</c:v>
                </c:pt>
                <c:pt idx="130">
                  <c:v>6.2127735879413103E-6</c:v>
                </c:pt>
                <c:pt idx="131">
                  <c:v>6.3355302682506903E-6</c:v>
                </c:pt>
                <c:pt idx="132">
                  <c:v>6.4595640540752201E-6</c:v>
                </c:pt>
                <c:pt idx="133">
                  <c:v>6.5848729084737496E-6</c:v>
                </c:pt>
                <c:pt idx="134">
                  <c:v>6.7114546832000201E-6</c:v>
                </c:pt>
                <c:pt idx="135">
                  <c:v>6.83930712013683E-6</c:v>
                </c:pt>
                <c:pt idx="136">
                  <c:v>6.9684278527255802E-6</c:v>
                </c:pt>
                <c:pt idx="137">
                  <c:v>7.0988144073892497E-6</c:v>
                </c:pt>
                <c:pt idx="138">
                  <c:v>7.2304642049468598E-6</c:v>
                </c:pt>
                <c:pt idx="139">
                  <c:v>7.3633745620263304E-6</c:v>
                </c:pt>
                <c:pt idx="140">
                  <c:v>7.4975426924712096E-6</c:v>
                </c:pt>
                <c:pt idx="141">
                  <c:v>7.6329657087352205E-6</c:v>
                </c:pt>
                <c:pt idx="142">
                  <c:v>7.7696406232787507E-6</c:v>
                </c:pt>
                <c:pt idx="143">
                  <c:v>7.9075643499540696E-6</c:v>
                </c:pt>
                <c:pt idx="144">
                  <c:v>8.04673370538735E-6</c:v>
                </c:pt>
                <c:pt idx="145">
                  <c:v>8.1871454103498493E-6</c:v>
                </c:pt>
                <c:pt idx="146">
                  <c:v>8.3287960911291506E-6</c:v>
                </c:pt>
                <c:pt idx="147">
                  <c:v>8.4716822808871499E-6</c:v>
                </c:pt>
                <c:pt idx="148">
                  <c:v>8.6158004210172298E-6</c:v>
                </c:pt>
                <c:pt idx="149">
                  <c:v>8.7611468624942994E-6</c:v>
                </c:pt>
                <c:pt idx="150">
                  <c:v>8.9077178672122597E-6</c:v>
                </c:pt>
                <c:pt idx="151">
                  <c:v>9.0555096093210208E-6</c:v>
                </c:pt>
                <c:pt idx="152">
                  <c:v>9.2045181765566696E-6</c:v>
                </c:pt>
                <c:pt idx="153">
                  <c:v>9.3547395715597999E-6</c:v>
                </c:pt>
                <c:pt idx="154">
                  <c:v>9.5061697131919405E-6</c:v>
                </c:pt>
                <c:pt idx="155">
                  <c:v>9.6588044378434793E-6</c:v>
                </c:pt>
                <c:pt idx="156">
                  <c:v>9.8126395007348295E-6</c:v>
                </c:pt>
                <c:pt idx="157">
                  <c:v>9.9676705772074195E-6</c:v>
                </c:pt>
                <c:pt idx="158">
                  <c:v>1.01238932640159E-5</c:v>
                </c:pt>
                <c:pt idx="159">
                  <c:v>1.0281303080601699E-5</c:v>
                </c:pt>
                <c:pt idx="160">
                  <c:v>1.04398954703708E-5</c:v>
                </c:pt>
                <c:pt idx="161">
                  <c:v>1.0599665801956001E-5</c:v>
                </c:pt>
                <c:pt idx="162">
                  <c:v>1.07606093704769E-5</c:v>
                </c:pt>
                <c:pt idx="163">
                  <c:v>1.0922721398788299E-5</c:v>
                </c:pt>
                <c:pt idx="164">
                  <c:v>1.10859970387275E-5</c:v>
                </c:pt>
                <c:pt idx="165">
                  <c:v>1.1250431372347199E-5</c:v>
                </c:pt>
                <c:pt idx="166">
                  <c:v>1.1416019413146299E-5</c:v>
                </c:pt>
                <c:pt idx="167">
                  <c:v>1.1582756107290501E-5</c:v>
                </c:pt>
                <c:pt idx="168">
                  <c:v>1.1750636334825901E-5</c:v>
                </c:pt>
                <c:pt idx="169">
                  <c:v>1.1919654910887E-5</c:v>
                </c:pt>
                <c:pt idx="170">
                  <c:v>1.20898065868939E-5</c:v>
                </c:pt>
                <c:pt idx="171">
                  <c:v>1.2261086051744599E-5</c:v>
                </c:pt>
                <c:pt idx="172">
                  <c:v>1.24334879329988E-5</c:v>
                </c:pt>
                <c:pt idx="173">
                  <c:v>1.26070067980532E-5</c:v>
                </c:pt>
                <c:pt idx="174">
                  <c:v>1.27816371553105E-5</c:v>
                </c:pt>
                <c:pt idx="175">
                  <c:v>1.2957373455340499E-5</c:v>
                </c:pt>
                <c:pt idx="176">
                  <c:v>1.3134210092032399E-5</c:v>
                </c:pt>
                <c:pt idx="177">
                  <c:v>1.33121414037407E-5</c:v>
                </c:pt>
                <c:pt idx="178">
                  <c:v>1.3491161674421901E-5</c:v>
                </c:pt>
                <c:pt idx="179">
                  <c:v>1.36712651347658E-5</c:v>
                </c:pt>
                <c:pt idx="180">
                  <c:v>1.38524459633164E-5</c:v>
                </c:pt>
                <c:pt idx="181">
                  <c:v>1.40346982875847E-5</c:v>
                </c:pt>
                <c:pt idx="182">
                  <c:v>1.4218016185158199E-5</c:v>
                </c:pt>
                <c:pt idx="183">
                  <c:v>1.4402393684795699E-5</c:v>
                </c:pt>
                <c:pt idx="184">
                  <c:v>1.4587824767520099E-5</c:v>
                </c:pt>
                <c:pt idx="185">
                  <c:v>1.4774303367700301E-5</c:v>
                </c:pt>
                <c:pt idx="186">
                  <c:v>1.4961823374125401E-5</c:v>
                </c:pt>
                <c:pt idx="187">
                  <c:v>1.5150378631071401E-5</c:v>
                </c:pt>
                <c:pt idx="188">
                  <c:v>1.5339962939360201E-5</c:v>
                </c:pt>
                <c:pt idx="189">
                  <c:v>1.5530570057410698E-5</c:v>
                </c:pt>
                <c:pt idx="190">
                  <c:v>1.5722193702280201E-5</c:v>
                </c:pt>
                <c:pt idx="191">
                  <c:v>1.5914827550700601E-5</c:v>
                </c:pt>
                <c:pt idx="192">
                  <c:v>1.61084652401041E-5</c:v>
                </c:pt>
                <c:pt idx="193">
                  <c:v>1.6303100369643399E-5</c:v>
                </c:pt>
                <c:pt idx="194">
                  <c:v>1.64987265011992E-5</c:v>
                </c:pt>
                <c:pt idx="195">
                  <c:v>1.6695337160387E-5</c:v>
                </c:pt>
                <c:pt idx="196">
                  <c:v>1.68929258375479E-5</c:v>
                </c:pt>
                <c:pt idx="197">
                  <c:v>1.7091485988736599E-5</c:v>
                </c:pt>
                <c:pt idx="198">
                  <c:v>1.7291011036700899E-5</c:v>
                </c:pt>
                <c:pt idx="199">
                  <c:v>1.7491494371850602E-5</c:v>
                </c:pt>
                <c:pt idx="200">
                  <c:v>1.7692929353220902E-5</c:v>
                </c:pt>
                <c:pt idx="201">
                  <c:v>-9.0124580044674205E-3</c:v>
                </c:pt>
                <c:pt idx="202">
                  <c:v>-2.0114952790469098E-2</c:v>
                </c:pt>
                <c:pt idx="203">
                  <c:v>-3.1461289318291501E-2</c:v>
                </c:pt>
                <c:pt idx="204">
                  <c:v>-4.2966981522828997E-2</c:v>
                </c:pt>
                <c:pt idx="205">
                  <c:v>-5.4550939566542202E-2</c:v>
                </c:pt>
                <c:pt idx="206">
                  <c:v>-6.6136027346557602E-2</c:v>
                </c:pt>
                <c:pt idx="207">
                  <c:v>-7.7649548491197304E-2</c:v>
                </c:pt>
                <c:pt idx="208">
                  <c:v>-8.9023656548174193E-2</c:v>
                </c:pt>
                <c:pt idx="209" formatCode="General">
                  <c:v>-0.100195687051561</c:v>
                </c:pt>
                <c:pt idx="210" formatCode="General">
                  <c:v>-0.111108411044016</c:v>
                </c:pt>
                <c:pt idx="211" formatCode="General">
                  <c:v>-0.121710211367605</c:v>
                </c:pt>
                <c:pt idx="212" formatCode="General">
                  <c:v>-0.13195518457602601</c:v>
                </c:pt>
                <c:pt idx="213" formatCode="General">
                  <c:v>-0.141803172631015</c:v>
                </c:pt>
                <c:pt idx="214" formatCode="General">
                  <c:v>-0.151219729607354</c:v>
                </c:pt>
                <c:pt idx="215" formatCode="General">
                  <c:v>-0.16017602943724499</c:v>
                </c:pt>
                <c:pt idx="216" formatCode="General">
                  <c:v>-0.168648721280275</c:v>
                </c:pt>
                <c:pt idx="217" formatCode="General">
                  <c:v>-0.176619739423135</c:v>
                </c:pt>
                <c:pt idx="218" formatCode="General">
                  <c:v>-0.18407607471457599</c:v>
                </c:pt>
                <c:pt idx="219" formatCode="General">
                  <c:v>-0.191009514452055</c:v>
                </c:pt>
                <c:pt idx="220" formatCode="General">
                  <c:v>-0.19741635738660199</c:v>
                </c:pt>
                <c:pt idx="221" formatCode="General">
                  <c:v>-0.203297110132929</c:v>
                </c:pt>
                <c:pt idx="222" formatCode="General">
                  <c:v>-0.20865617079378301</c:v>
                </c:pt>
                <c:pt idx="223" formatCode="General">
                  <c:v>-0.213501505060854</c:v>
                </c:pt>
                <c:pt idx="224" formatCode="General">
                  <c:v>-0.217844319466723</c:v>
                </c:pt>
                <c:pt idx="225" formatCode="General">
                  <c:v>-0.22169873585779401</c:v>
                </c:pt>
                <c:pt idx="226" formatCode="General">
                  <c:v>-0.22508147055771199</c:v>
                </c:pt>
                <c:pt idx="227" formatCode="General">
                  <c:v>-0.22801152111169801</c:v>
                </c:pt>
                <c:pt idx="228" formatCode="General">
                  <c:v>-0.230509862957817</c:v>
                </c:pt>
                <c:pt idx="229" formatCode="General">
                  <c:v>-0.23259915787118299</c:v>
                </c:pt>
                <c:pt idx="230" formatCode="General">
                  <c:v>-0.234303475578092</c:v>
                </c:pt>
                <c:pt idx="231" formatCode="General">
                  <c:v>-0.23564802954226999</c:v>
                </c:pt>
                <c:pt idx="232" formatCode="General">
                  <c:v>-0.236658927586024</c:v>
                </c:pt>
                <c:pt idx="233" formatCode="General">
                  <c:v>-0.23736293772370201</c:v>
                </c:pt>
                <c:pt idx="234" formatCode="General">
                  <c:v>-0.237787269350725</c:v>
                </c:pt>
                <c:pt idx="235" formatCode="General">
                  <c:v>-0.23795936974456899</c:v>
                </c:pt>
                <c:pt idx="236" formatCode="General">
                  <c:v>-0.237906735689316</c:v>
                </c:pt>
                <c:pt idx="237" formatCode="General">
                  <c:v>-0.237656739927598</c:v>
                </c:pt>
                <c:pt idx="238" formatCode="General">
                  <c:v>-0.23723647206714199</c:v>
                </c:pt>
                <c:pt idx="239" formatCode="General">
                  <c:v>-0.23667259351825501</c:v>
                </c:pt>
                <c:pt idx="240" formatCode="General">
                  <c:v>-0.23599120600815701</c:v>
                </c:pt>
                <c:pt idx="241" formatCode="General">
                  <c:v>-0.23521773320325401</c:v>
                </c:pt>
                <c:pt idx="242" formatCode="General">
                  <c:v>-0.23437681496684001</c:v>
                </c:pt>
                <c:pt idx="243" formatCode="General">
                  <c:v>-0.23349221378364199</c:v>
                </c:pt>
                <c:pt idx="244" formatCode="General">
                  <c:v>-0.232586732890881</c:v>
                </c:pt>
                <c:pt idx="245" formatCode="General">
                  <c:v>-0.23168214566558201</c:v>
                </c:pt>
                <c:pt idx="246" formatCode="General">
                  <c:v>-0.23079913582778699</c:v>
                </c:pt>
                <c:pt idx="247" formatCode="General">
                  <c:v>-0.22995724802766701</c:v>
                </c:pt>
                <c:pt idx="248" formatCode="General">
                  <c:v>-0.22917484839041199</c:v>
                </c:pt>
                <c:pt idx="249" formatCode="General">
                  <c:v>-0.228469094595632</c:v>
                </c:pt>
                <c:pt idx="250" formatCode="General">
                  <c:v>-0.227855915067705</c:v>
                </c:pt>
                <c:pt idx="251" formatCode="General">
                  <c:v>-0.22734999685023399</c:v>
                </c:pt>
                <c:pt idx="252" formatCode="General">
                  <c:v>-0.22696478173176299</c:v>
                </c:pt>
                <c:pt idx="253" formatCode="General">
                  <c:v>-0.22671247018180599</c:v>
                </c:pt>
                <c:pt idx="254" formatCode="General">
                  <c:v>-0.22660403264651699</c:v>
                </c:pt>
                <c:pt idx="255" formatCode="General">
                  <c:v>-0.22664922774277901</c:v>
                </c:pt>
                <c:pt idx="256" formatCode="General">
                  <c:v>-0.22685662687868499</c:v>
                </c:pt>
                <c:pt idx="257" formatCode="General">
                  <c:v>-0.227233644818046</c:v>
                </c:pt>
                <c:pt idx="258" formatCode="General">
                  <c:v>-0.22778657569722899</c:v>
                </c:pt>
                <c:pt idx="259" formatCode="General">
                  <c:v>-0.22852063399493899</c:v>
                </c:pt>
                <c:pt idx="260" formatCode="General">
                  <c:v>-0.22943999994987599</c:v>
                </c:pt>
                <c:pt idx="261" formatCode="General">
                  <c:v>-0.23054786891795501</c:v>
                </c:pt>
                <c:pt idx="262" formatCode="General">
                  <c:v>-0.23184650416024899</c:v>
                </c:pt>
                <c:pt idx="263" formatCode="General">
                  <c:v>-0.23333729255519101</c:v>
                </c:pt>
                <c:pt idx="264" formatCode="General">
                  <c:v>-0.235020802733972</c:v>
                </c:pt>
                <c:pt idx="265" formatCode="General">
                  <c:v>-0.23689684514650999</c:v>
                </c:pt>
                <c:pt idx="266" formatCode="General">
                  <c:v>-0.23896453357685901</c:v>
                </c:pt>
                <c:pt idx="267" formatCode="General">
                  <c:v>-0.24122234764128</c:v>
                </c:pt>
                <c:pt idx="268" formatCode="General">
                  <c:v>-0.24366819581934299</c:v>
                </c:pt>
                <c:pt idx="269" formatCode="General">
                  <c:v>-0.24629947858811199</c:v>
                </c:pt>
                <c:pt idx="270" formatCode="General">
                  <c:v>-0.24911315125146799</c:v>
                </c:pt>
                <c:pt idx="271" formatCode="General">
                  <c:v>-0.25210578608064499</c:v>
                </c:pt>
                <c:pt idx="272" formatCode="General">
                  <c:v>-0.25527363340785197</c:v>
                </c:pt>
                <c:pt idx="273" formatCode="General">
                  <c:v>-0.25861268134209098</c:v>
                </c:pt>
                <c:pt idx="274" formatCode="General">
                  <c:v>-0.26211871380462898</c:v>
                </c:pt>
                <c:pt idx="275" formatCode="General">
                  <c:v>-0.26578736661079599</c:v>
                </c:pt>
                <c:pt idx="276" formatCode="General">
                  <c:v>-0.26961418135445703</c:v>
                </c:pt>
                <c:pt idx="277" formatCode="General">
                  <c:v>-0.273594656881466</c:v>
                </c:pt>
                <c:pt idx="278" formatCode="General">
                  <c:v>-0.27772429816822802</c:v>
                </c:pt>
                <c:pt idx="279" formatCode="General">
                  <c:v>-0.281998662451032</c:v>
                </c:pt>
                <c:pt idx="280" formatCode="General">
                  <c:v>-0.28641340248076302</c:v>
                </c:pt>
                <c:pt idx="281" formatCode="General">
                  <c:v>-0.29096430680570701</c:v>
                </c:pt>
                <c:pt idx="282" formatCode="General">
                  <c:v>-0.29564733701226698</c:v>
                </c:pt>
                <c:pt idx="283" formatCode="General">
                  <c:v>-0.300458661879352</c:v>
                </c:pt>
                <c:pt idx="284" formatCode="General">
                  <c:v>-0.305394688426741</c:v>
                </c:pt>
                <c:pt idx="285" formatCode="General">
                  <c:v>-0.31045208986082501</c:v>
                </c:pt>
                <c:pt idx="286" formatCode="General">
                  <c:v>-0.31562783044264098</c:v>
                </c:pt>
                <c:pt idx="287" formatCode="General">
                  <c:v>-0.32091918732298602</c:v>
                </c:pt>
                <c:pt idx="288" formatCode="General">
                  <c:v>-0.326323769407523</c:v>
                </c:pt>
                <c:pt idx="289" formatCode="General">
                  <c:v>-0.33183953333121302</c:v>
                </c:pt>
                <c:pt idx="290" formatCode="General">
                  <c:v>-0.337464796636052</c:v>
                </c:pt>
                <c:pt idx="291" formatCode="General">
                  <c:v>-0.34319824825900802</c:v>
                </c:pt>
                <c:pt idx="292" formatCode="General">
                  <c:v>-0.34903895644822402</c:v>
                </c:pt>
                <c:pt idx="293" formatCode="General">
                  <c:v>-0.35498637423506602</c:v>
                </c:pt>
                <c:pt idx="294" formatCode="General">
                  <c:v>-0.36104034259749701</c:v>
                </c:pt>
                <c:pt idx="295" formatCode="General">
                  <c:v>-0.36720109145652702</c:v>
                </c:pt>
                <c:pt idx="296" formatCode="General">
                  <c:v>-0.37346923865237203</c:v>
                </c:pt>
                <c:pt idx="297" formatCode="General">
                  <c:v>-0.37984578705033401</c:v>
                </c:pt>
                <c:pt idx="298" formatCode="General">
                  <c:v>-0.386332119928538</c:v>
                </c:pt>
                <c:pt idx="299" formatCode="General">
                  <c:v>-0.3929299948005</c:v>
                </c:pt>
                <c:pt idx="300" formatCode="General">
                  <c:v>-0.39964153582523898</c:v>
                </c:pt>
                <c:pt idx="301" formatCode="General">
                  <c:v>-0.406469224956298</c:v>
                </c:pt>
                <c:pt idx="302" formatCode="General">
                  <c:v>-0.41341589197872203</c:v>
                </c:pt>
                <c:pt idx="303" formatCode="General">
                  <c:v>-0.42048470357991002</c:v>
                </c:pt>
                <c:pt idx="304" formatCode="General">
                  <c:v>-0.42767915159623998</c:v>
                </c:pt>
                <c:pt idx="305" formatCode="General">
                  <c:v>-0.43500304057272099</c:v>
                </c:pt>
                <c:pt idx="306" formatCode="General">
                  <c:v>-0.44246047476762701</c:v>
                </c:pt>
                <c:pt idx="307" formatCode="General">
                  <c:v>-0.450055844728183</c:v>
                </c:pt>
                <c:pt idx="308" formatCode="General">
                  <c:v>-0.45779381355707099</c:v>
                </c:pt>
                <c:pt idx="309" formatCode="General">
                  <c:v>-0.46567930298274102</c:v>
                </c:pt>
                <c:pt idx="310" formatCode="General">
                  <c:v>-0.47371747933939101</c:v>
                </c:pt>
                <c:pt idx="311" formatCode="General">
                  <c:v>-0.48191373955511202</c:v>
                </c:pt>
                <c:pt idx="312" formatCode="General">
                  <c:v>-0.490273697238989</c:v>
                </c:pt>
                <c:pt idx="313" formatCode="General">
                  <c:v>-0.49880316895013899</c:v>
                </c:pt>
                <c:pt idx="314" formatCode="General">
                  <c:v>-0.49097773039600701</c:v>
                </c:pt>
                <c:pt idx="315" formatCode="General">
                  <c:v>-0.478888793752138</c:v>
                </c:pt>
                <c:pt idx="316" formatCode="General">
                  <c:v>-0.46576706489622899</c:v>
                </c:pt>
                <c:pt idx="317" formatCode="General">
                  <c:v>-0.45169811785496999</c:v>
                </c:pt>
                <c:pt idx="318" formatCode="General">
                  <c:v>-0.43676584096592702</c:v>
                </c:pt>
                <c:pt idx="319" formatCode="General">
                  <c:v>-0.421052464625297</c:v>
                </c:pt>
                <c:pt idx="320" formatCode="General">
                  <c:v>-0.40463857589055802</c:v>
                </c:pt>
                <c:pt idx="321" formatCode="General">
                  <c:v>-0.38760311891396199</c:v>
                </c:pt>
                <c:pt idx="322" formatCode="General">
                  <c:v>-0.37002338097540199</c:v>
                </c:pt>
                <c:pt idx="323" formatCode="General">
                  <c:v>-0.35197496452141303</c:v>
                </c:pt>
                <c:pt idx="324" formatCode="General">
                  <c:v>-0.33353174611724501</c:v>
                </c:pt>
                <c:pt idx="325" formatCode="General">
                  <c:v>-0.31476582359733601</c:v>
                </c:pt>
                <c:pt idx="326" formatCode="General">
                  <c:v>-0.29574745297230998</c:v>
                </c:pt>
                <c:pt idx="327" formatCode="General">
                  <c:v>-0.27654497683286799</c:v>
                </c:pt>
                <c:pt idx="328" formatCode="General">
                  <c:v>-0.25722474609665502</c:v>
                </c:pt>
                <c:pt idx="329" formatCode="General">
                  <c:v>-0.23785103698599899</c:v>
                </c:pt>
                <c:pt idx="330" formatCode="General">
                  <c:v>-0.21848596511356599</c:v>
                </c:pt>
                <c:pt idx="331" formatCode="General">
                  <c:v>-0.19918939849936301</c:v>
                </c:pt>
                <c:pt idx="332" formatCode="General">
                  <c:v>-0.18001887125478</c:v>
                </c:pt>
                <c:pt idx="333" formatCode="General">
                  <c:v>-0.161029499555045</c:v>
                </c:pt>
                <c:pt idx="334" formatCode="General">
                  <c:v>-0.14227390138702301</c:v>
                </c:pt>
                <c:pt idx="335" formatCode="General">
                  <c:v>-0.123802121410429</c:v>
                </c:pt>
                <c:pt idx="336" formatCode="General">
                  <c:v>-0.105661562112107</c:v>
                </c:pt>
                <c:pt idx="337">
                  <c:v>-8.7896922269385003E-2</c:v>
                </c:pt>
                <c:pt idx="338">
                  <c:v>-7.0550143573201399E-2</c:v>
                </c:pt>
                <c:pt idx="339">
                  <c:v>-5.36603660981637E-2</c:v>
                </c:pt>
                <c:pt idx="340">
                  <c:v>-3.7263893147428402E-2</c:v>
                </c:pt>
                <c:pt idx="341">
                  <c:v>-2.13941658478616E-2</c:v>
                </c:pt>
                <c:pt idx="342">
                  <c:v>-6.0817477271523004E-3</c:v>
                </c:pt>
                <c:pt idx="343">
                  <c:v>8.6456806289740892E-3</c:v>
                </c:pt>
                <c:pt idx="344">
                  <c:v>2.2763316863354699E-2</c:v>
                </c:pt>
                <c:pt idx="345">
                  <c:v>3.6249222211503201E-2</c:v>
                </c:pt>
                <c:pt idx="346">
                  <c:v>4.9084297173920398E-2</c:v>
                </c:pt>
                <c:pt idx="347">
                  <c:v>6.1252247811309002E-2</c:v>
                </c:pt>
                <c:pt idx="348">
                  <c:v>7.27395430485544E-2</c:v>
                </c:pt>
                <c:pt idx="349">
                  <c:v>8.3535363432019893E-2</c:v>
                </c:pt>
                <c:pt idx="350">
                  <c:v>9.3631541831502796E-2</c:v>
                </c:pt>
                <c:pt idx="351" formatCode="General">
                  <c:v>0.10302249661391299</c:v>
                </c:pt>
                <c:pt idx="352" formatCode="General">
                  <c:v>0.111705157841301</c:v>
                </c:pt>
                <c:pt idx="353" formatCode="General">
                  <c:v>0.11967888706231</c:v>
                </c:pt>
                <c:pt idx="354" formatCode="General">
                  <c:v>0.12694539127457</c:v>
                </c:pt>
                <c:pt idx="355" formatCode="General">
                  <c:v>0.13350863163711699</c:v>
                </c:pt>
                <c:pt idx="356" formatCode="General">
                  <c:v>0.13937472750770399</c:v>
                </c:pt>
                <c:pt idx="357" formatCode="General">
                  <c:v>0.14455185637096099</c:v>
                </c:pt>
                <c:pt idx="358" formatCode="General">
                  <c:v>0.14905015021076901</c:v>
                </c:pt>
                <c:pt idx="359" formatCode="General">
                  <c:v>0.15288158886481701</c:v>
                </c:pt>
                <c:pt idx="360" formatCode="General">
                  <c:v>0.156059890881936</c:v>
                </c:pt>
                <c:pt idx="361" formatCode="General">
                  <c:v>0.158600402384176</c:v>
                </c:pt>
                <c:pt idx="362" formatCode="General">
                  <c:v>0.16051998441620799</c:v>
                </c:pt>
                <c:pt idx="363" formatCode="General">
                  <c:v>0.16183689924502301</c:v>
                </c:pt>
                <c:pt idx="364" formatCode="General">
                  <c:v>0.162570696053388</c:v>
                </c:pt>
                <c:pt idx="365" formatCode="General">
                  <c:v>0.162742096451294</c:v>
                </c:pt>
                <c:pt idx="366" formatCode="General">
                  <c:v>0.162372880210925</c:v>
                </c:pt>
                <c:pt idx="367" formatCode="General">
                  <c:v>0.16148577161244099</c:v>
                </c:pt>
                <c:pt idx="368" formatCode="General">
                  <c:v>0.16010432677022399</c:v>
                </c:pt>
                <c:pt idx="369" formatCode="General">
                  <c:v>0.158252822291963</c:v>
                </c:pt>
                <c:pt idx="370" formatCode="General">
                  <c:v>0.15595614560610399</c:v>
                </c:pt>
                <c:pt idx="371" formatCode="General">
                  <c:v>0.153239687276533</c:v>
                </c:pt>
                <c:pt idx="372" formatCode="General">
                  <c:v>0.150129235606767</c:v>
                </c:pt>
                <c:pt idx="373" formatCode="General">
                  <c:v>0.146650873819308</c:v>
                </c:pt>
                <c:pt idx="374" formatCode="General">
                  <c:v>0.14283088007893699</c:v>
                </c:pt>
                <c:pt idx="375" formatCode="General">
                  <c:v>0.138695630611605</c:v>
                </c:pt>
                <c:pt idx="376" formatCode="General">
                  <c:v>0.13427150615292899</c:v>
                </c:pt>
                <c:pt idx="377" formatCode="General">
                  <c:v>0.12958480194226801</c:v>
                </c:pt>
                <c:pt idx="378" formatCode="General">
                  <c:v>0.124661641459705</c:v>
                </c:pt>
                <c:pt idx="379" formatCode="General">
                  <c:v>0.119527894084152</c:v>
                </c:pt>
                <c:pt idx="380" formatCode="General">
                  <c:v>0.11420909683108001</c:v>
                </c:pt>
                <c:pt idx="381" formatCode="General">
                  <c:v>0.108730380308298</c:v>
                </c:pt>
                <c:pt idx="382" formatCode="General">
                  <c:v>0.103116399007677</c:v>
                </c:pt>
                <c:pt idx="383">
                  <c:v>9.7391266029941498E-2</c:v>
                </c:pt>
                <c:pt idx="384">
                  <c:v>9.1578492318722102E-2</c:v>
                </c:pt>
                <c:pt idx="385">
                  <c:v>8.5700930459140207E-2</c:v>
                </c:pt>
                <c:pt idx="386">
                  <c:v>7.9780723075374996E-2</c:v>
                </c:pt>
                <c:pt idx="387">
                  <c:v>7.3839255841178994E-2</c:v>
                </c:pt>
                <c:pt idx="388">
                  <c:v>6.7897115097245997E-2</c:v>
                </c:pt>
                <c:pt idx="389">
                  <c:v>6.19740500498841E-2</c:v>
                </c:pt>
                <c:pt idx="390">
                  <c:v>5.6088939506743797E-2</c:v>
                </c:pt>
                <c:pt idx="391">
                  <c:v>5.0259763087518401E-2</c:v>
                </c:pt>
                <c:pt idx="392">
                  <c:v>4.4503576830707298E-2</c:v>
                </c:pt>
                <c:pt idx="393">
                  <c:v>3.8836493101801102E-2</c:v>
                </c:pt>
                <c:pt idx="394">
                  <c:v>3.32736646937032E-2</c:v>
                </c:pt>
                <c:pt idx="395">
                  <c:v>2.7829272996908801E-2</c:v>
                </c:pt>
                <c:pt idx="396">
                  <c:v>2.2516520104973702E-2</c:v>
                </c:pt>
                <c:pt idx="397">
                  <c:v>1.7347624710138801E-2</c:v>
                </c:pt>
                <c:pt idx="398">
                  <c:v>1.2333821634653901E-2</c:v>
                </c:pt>
                <c:pt idx="399">
                  <c:v>7.4853648353569004E-3</c:v>
                </c:pt>
                <c:pt idx="400">
                  <c:v>2.81153371238504E-3</c:v>
                </c:pt>
                <c:pt idx="401">
                  <c:v>-1.67935745250119E-3</c:v>
                </c:pt>
                <c:pt idx="402">
                  <c:v>-5.9799471066755896E-3</c:v>
                </c:pt>
                <c:pt idx="403">
                  <c:v>-1.0083811268174999E-2</c:v>
                </c:pt>
                <c:pt idx="404">
                  <c:v>-1.3985445781587001E-2</c:v>
                </c:pt>
                <c:pt idx="405">
                  <c:v>-1.76802461727384E-2</c:v>
                </c:pt>
                <c:pt idx="406">
                  <c:v>-2.1164485286538502E-2</c:v>
                </c:pt>
                <c:pt idx="407">
                  <c:v>-2.4435288891352901E-2</c:v>
                </c:pt>
                <c:pt idx="408">
                  <c:v>-2.7490609431513099E-2</c:v>
                </c:pt>
                <c:pt idx="409">
                  <c:v>-3.0329198107084201E-2</c:v>
                </c:pt>
                <c:pt idx="410">
                  <c:v>-3.2950575456883201E-2</c:v>
                </c:pt>
                <c:pt idx="411">
                  <c:v>-3.5355000617051699E-2</c:v>
                </c:pt>
                <c:pt idx="412">
                  <c:v>-3.75434394233055E-2</c:v>
                </c:pt>
                <c:pt idx="413">
                  <c:v>-3.9517531520379602E-2</c:v>
                </c:pt>
                <c:pt idx="414">
                  <c:v>-4.1279556637220098E-2</c:v>
                </c:pt>
                <c:pt idx="415">
                  <c:v>-4.2832400181207299E-2</c:v>
                </c:pt>
                <c:pt idx="416">
                  <c:v>-4.4179518299176802E-2</c:v>
                </c:pt>
                <c:pt idx="417">
                  <c:v>-4.5324902547285502E-2</c:v>
                </c:pt>
                <c:pt idx="418">
                  <c:v>-4.6273044305897702E-2</c:v>
                </c:pt>
                <c:pt idx="419">
                  <c:v>-4.70288990696619E-2</c:v>
                </c:pt>
                <c:pt idx="420">
                  <c:v>-4.7597850736874801E-2</c:v>
                </c:pt>
                <c:pt idx="421">
                  <c:v>-4.7985676016088497E-2</c:v>
                </c:pt>
                <c:pt idx="422">
                  <c:v>-4.8198509061746997E-2</c:v>
                </c:pt>
                <c:pt idx="423">
                  <c:v>-4.8242806444466699E-2</c:v>
                </c:pt>
                <c:pt idx="424">
                  <c:v>-4.8125312555412997E-2</c:v>
                </c:pt>
                <c:pt idx="425">
                  <c:v>-4.78530255380923E-2</c:v>
                </c:pt>
                <c:pt idx="426">
                  <c:v>-4.74331638347932E-2</c:v>
                </c:pt>
                <c:pt idx="427">
                  <c:v>-4.68731334288814E-2</c:v>
                </c:pt>
                <c:pt idx="428">
                  <c:v>-4.61804958581956E-2</c:v>
                </c:pt>
                <c:pt idx="429">
                  <c:v>-4.53629370689108E-2</c:v>
                </c:pt>
                <c:pt idx="430">
                  <c:v>-4.4428237173449799E-2</c:v>
                </c:pt>
                <c:pt idx="431">
                  <c:v>-4.3384241170332197E-2</c:v>
                </c:pt>
                <c:pt idx="432">
                  <c:v>-4.22388306782654E-2</c:v>
                </c:pt>
                <c:pt idx="433">
                  <c:v>-4.0999896731313601E-2</c:v>
                </c:pt>
                <c:pt idx="434">
                  <c:v>-3.9675313676628902E-2</c:v>
                </c:pt>
                <c:pt idx="435">
                  <c:v>-3.8272914211009403E-2</c:v>
                </c:pt>
                <c:pt idx="436">
                  <c:v>-3.6800465587455797E-2</c:v>
                </c:pt>
                <c:pt idx="437">
                  <c:v>-3.5265647017954399E-2</c:v>
                </c:pt>
                <c:pt idx="438">
                  <c:v>-3.3676028293906403E-2</c:v>
                </c:pt>
                <c:pt idx="439">
                  <c:v>-3.2039049640972803E-2</c:v>
                </c:pt>
                <c:pt idx="440">
                  <c:v>-3.0362002820604202E-2</c:v>
                </c:pt>
                <c:pt idx="441">
                  <c:v>-2.86520134861936E-2</c:v>
                </c:pt>
                <c:pt idx="442">
                  <c:v>-2.6916024797609898E-2</c:v>
                </c:pt>
                <c:pt idx="443">
                  <c:v>-2.5160782293875101E-2</c:v>
                </c:pt>
                <c:pt idx="444">
                  <c:v>-2.3392820019908001E-2</c:v>
                </c:pt>
                <c:pt idx="445">
                  <c:v>-2.16184478996072E-2</c:v>
                </c:pt>
                <c:pt idx="446">
                  <c:v>-1.98437403440603E-2</c:v>
                </c:pt>
                <c:pt idx="447">
                  <c:v>-1.80745260803667E-2</c:v>
                </c:pt>
                <c:pt idx="448">
                  <c:v>-1.6316379183441199E-2</c:v>
                </c:pt>
                <c:pt idx="449">
                  <c:v>-1.4574611290219501E-2</c:v>
                </c:pt>
                <c:pt idx="450">
                  <c:v>-1.28542649729324E-2</c:v>
                </c:pt>
                <c:pt idx="451">
                  <c:v>-1.1160108245529999E-2</c:v>
                </c:pt>
                <c:pt idx="452">
                  <c:v>-9.4966301749388193E-3</c:v>
                </c:pt>
                <c:pt idx="453">
                  <c:v>-7.8680375666130703E-3</c:v>
                </c:pt>
                <c:pt idx="454">
                  <c:v>-6.2782526917940402E-3</c:v>
                </c:pt>
                <c:pt idx="455">
                  <c:v>-4.7309120220205298E-3</c:v>
                </c:pt>
                <c:pt idx="456">
                  <c:v>-3.2293659347357698E-3</c:v>
                </c:pt>
                <c:pt idx="457">
                  <c:v>-1.77667935230409E-3</c:v>
                </c:pt>
                <c:pt idx="458">
                  <c:v>-3.75633275388318E-4</c:v>
                </c:pt>
                <c:pt idx="459">
                  <c:v>9.7127282956042396E-4</c:v>
                </c:pt>
                <c:pt idx="460">
                  <c:v>2.26181782999088E-3</c:v>
                </c:pt>
                <c:pt idx="461">
                  <c:v>3.4940549562913E-3</c:v>
                </c:pt>
                <c:pt idx="462">
                  <c:v>4.6663071030868496E-3</c:v>
                </c:pt>
                <c:pt idx="463">
                  <c:v>5.7771614462828001E-3</c:v>
                </c:pt>
                <c:pt idx="464">
                  <c:v>6.8254634197786601E-3</c:v>
                </c:pt>
                <c:pt idx="465">
                  <c:v>7.8103100960805602E-3</c:v>
                </c:pt>
                <c:pt idx="466">
                  <c:v>8.7310430151922008E-3</c:v>
                </c:pt>
                <c:pt idx="467">
                  <c:v>9.5872405061997804E-3</c:v>
                </c:pt>
                <c:pt idx="468">
                  <c:v>1.0378709545859399E-2</c:v>
                </c:pt>
                <c:pt idx="469">
                  <c:v>1.11054771982742E-2</c:v>
                </c:pt>
                <c:pt idx="470">
                  <c:v>1.1767781679400501E-2</c:v>
                </c:pt>
                <c:pt idx="471">
                  <c:v>1.2366063089664101E-2</c:v>
                </c:pt>
                <c:pt idx="472">
                  <c:v>1.2900953857391199E-2</c:v>
                </c:pt>
                <c:pt idx="473">
                  <c:v>1.3373268935084901E-2</c:v>
                </c:pt>
                <c:pt idx="474">
                  <c:v>1.3783995789791901E-2</c:v>
                </c:pt>
                <c:pt idx="475">
                  <c:v>1.4134284227927899E-2</c:v>
                </c:pt>
                <c:pt idx="476">
                  <c:v>1.44254360939624E-2</c:v>
                </c:pt>
                <c:pt idx="477">
                  <c:v>1.46588948812971E-2</c:v>
                </c:pt>
                <c:pt idx="478">
                  <c:v>1.4836235292542599E-2</c:v>
                </c:pt>
                <c:pt idx="479">
                  <c:v>1.4959152785170401E-2</c:v>
                </c:pt>
                <c:pt idx="480">
                  <c:v>1.50294531372359E-2</c:v>
                </c:pt>
                <c:pt idx="481">
                  <c:v>1.5049042066510501E-2</c:v>
                </c:pt>
                <c:pt idx="482">
                  <c:v>1.50199149349436E-2</c:v>
                </c:pt>
                <c:pt idx="483">
                  <c:v>1.4944146568913E-2</c:v>
                </c:pt>
                <c:pt idx="484">
                  <c:v>1.48238812241973E-2</c:v>
                </c:pt>
                <c:pt idx="485">
                  <c:v>1.4661322723048899E-2</c:v>
                </c:pt>
                <c:pt idx="486">
                  <c:v>1.44587247891487E-2</c:v>
                </c:pt>
                <c:pt idx="487">
                  <c:v>1.42183816045991E-2</c:v>
                </c:pt>
                <c:pt idx="488">
                  <c:v>1.3942618611458599E-2</c:v>
                </c:pt>
                <c:pt idx="489">
                  <c:v>1.36337835786594E-2</c:v>
                </c:pt>
                <c:pt idx="490">
                  <c:v>1.32942379534672E-2</c:v>
                </c:pt>
                <c:pt idx="491">
                  <c:v>1.29263485149588E-2</c:v>
                </c:pt>
                <c:pt idx="492">
                  <c:v>1.2532479345310699E-2</c:v>
                </c:pt>
                <c:pt idx="493">
                  <c:v>1.2114984133017301E-2</c:v>
                </c:pt>
                <c:pt idx="494">
                  <c:v>1.1676198820489E-2</c:v>
                </c:pt>
                <c:pt idx="495">
                  <c:v>1.1218434606837999E-2</c:v>
                </c:pt>
                <c:pt idx="496">
                  <c:v>1.0743971315037499E-2</c:v>
                </c:pt>
                <c:pt idx="497">
                  <c:v>1.0255051131042499E-2</c:v>
                </c:pt>
                <c:pt idx="498">
                  <c:v>9.7538727209036894E-3</c:v>
                </c:pt>
                <c:pt idx="499">
                  <c:v>9.2425857303832498E-3</c:v>
                </c:pt>
                <c:pt idx="500">
                  <c:v>8.7232856700982207E-3</c:v>
                </c:pt>
                <c:pt idx="501">
                  <c:v>8.1980091877889901E-3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964-470B-9BF0-EA1D81EDF5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8417008"/>
        <c:axId val="1538410288"/>
      </c:scatterChart>
      <c:valAx>
        <c:axId val="1538417008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time</a:t>
                </a:r>
                <a:r>
                  <a:rPr lang="en-US" baseline="0"/>
                  <a:t> [s]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0288"/>
        <c:crossesAt val="-100"/>
        <c:crossBetween val="midCat"/>
        <c:majorUnit val="1"/>
      </c:valAx>
      <c:valAx>
        <c:axId val="1538410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q [rad/s]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7008"/>
        <c:crosses val="autoZero"/>
        <c:crossBetween val="midCat"/>
      </c:valAx>
      <c:spPr>
        <a:noFill/>
        <a:ln w="25400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'-2.0'!$D$1</c:f>
              <c:strCache>
                <c:ptCount val="1"/>
                <c:pt idx="0">
                  <c:v> w[ft/s]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'-2.0'!$A$2:$A$503</c:f>
              <c:numCache>
                <c:formatCode>0.00E+00</c:formatCode>
                <c:ptCount val="502"/>
                <c:pt idx="0" formatCode="General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2.9999999999999898E-2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8.99999999999999E-2</c:v>
                </c:pt>
                <c:pt idx="10">
                  <c:v>9.9999999999999895E-2</c:v>
                </c:pt>
                <c:pt idx="11" formatCode="General">
                  <c:v>0.109999999999999</c:v>
                </c:pt>
                <c:pt idx="12" formatCode="General">
                  <c:v>0.119999999999999</c:v>
                </c:pt>
                <c:pt idx="13" formatCode="General">
                  <c:v>0.12999999999999901</c:v>
                </c:pt>
                <c:pt idx="14" formatCode="General">
                  <c:v>0.13999999999999899</c:v>
                </c:pt>
                <c:pt idx="15" formatCode="General">
                  <c:v>0.149999999999999</c:v>
                </c:pt>
                <c:pt idx="16" formatCode="General">
                  <c:v>0.16</c:v>
                </c:pt>
                <c:pt idx="17" formatCode="General">
                  <c:v>0.17</c:v>
                </c:pt>
                <c:pt idx="18" formatCode="General">
                  <c:v>0.18</c:v>
                </c:pt>
                <c:pt idx="19" formatCode="General">
                  <c:v>0.19</c:v>
                </c:pt>
                <c:pt idx="20" formatCode="General">
                  <c:v>0.2</c:v>
                </c:pt>
                <c:pt idx="21" formatCode="General">
                  <c:v>0.21</c:v>
                </c:pt>
                <c:pt idx="22" formatCode="General">
                  <c:v>0.22</c:v>
                </c:pt>
                <c:pt idx="23" formatCode="General">
                  <c:v>0.23</c:v>
                </c:pt>
                <c:pt idx="24" formatCode="General">
                  <c:v>0.24</c:v>
                </c:pt>
                <c:pt idx="25" formatCode="General">
                  <c:v>0.25</c:v>
                </c:pt>
                <c:pt idx="26" formatCode="General">
                  <c:v>0.26</c:v>
                </c:pt>
                <c:pt idx="27" formatCode="General">
                  <c:v>0.27</c:v>
                </c:pt>
                <c:pt idx="28" formatCode="General">
                  <c:v>0.28000000000000003</c:v>
                </c:pt>
                <c:pt idx="29" formatCode="General">
                  <c:v>0.28999999999999998</c:v>
                </c:pt>
                <c:pt idx="30" formatCode="General">
                  <c:v>0.3</c:v>
                </c:pt>
                <c:pt idx="31" formatCode="General">
                  <c:v>0.31</c:v>
                </c:pt>
                <c:pt idx="32" formatCode="General">
                  <c:v>0.32</c:v>
                </c:pt>
                <c:pt idx="33" formatCode="General">
                  <c:v>0.33</c:v>
                </c:pt>
                <c:pt idx="34" formatCode="General">
                  <c:v>0.34</c:v>
                </c:pt>
                <c:pt idx="35" formatCode="General">
                  <c:v>0.35</c:v>
                </c:pt>
                <c:pt idx="36" formatCode="General">
                  <c:v>0.36</c:v>
                </c:pt>
                <c:pt idx="37" formatCode="General">
                  <c:v>0.37</c:v>
                </c:pt>
                <c:pt idx="38" formatCode="General">
                  <c:v>0.38</c:v>
                </c:pt>
                <c:pt idx="39" formatCode="General">
                  <c:v>0.39</c:v>
                </c:pt>
                <c:pt idx="40" formatCode="General">
                  <c:v>0.4</c:v>
                </c:pt>
                <c:pt idx="41" formatCode="General">
                  <c:v>0.41</c:v>
                </c:pt>
                <c:pt idx="42" formatCode="General">
                  <c:v>0.42</c:v>
                </c:pt>
                <c:pt idx="43" formatCode="General">
                  <c:v>0.43</c:v>
                </c:pt>
                <c:pt idx="44" formatCode="General">
                  <c:v>0.44</c:v>
                </c:pt>
                <c:pt idx="45" formatCode="General">
                  <c:v>0.45</c:v>
                </c:pt>
                <c:pt idx="46" formatCode="General">
                  <c:v>0.46</c:v>
                </c:pt>
                <c:pt idx="47" formatCode="General">
                  <c:v>0.47</c:v>
                </c:pt>
                <c:pt idx="48" formatCode="General">
                  <c:v>0.48</c:v>
                </c:pt>
                <c:pt idx="49" formatCode="General">
                  <c:v>0.49</c:v>
                </c:pt>
                <c:pt idx="50" formatCode="General">
                  <c:v>0.5</c:v>
                </c:pt>
                <c:pt idx="51" formatCode="General">
                  <c:v>0.51</c:v>
                </c:pt>
                <c:pt idx="52" formatCode="General">
                  <c:v>0.52</c:v>
                </c:pt>
                <c:pt idx="53" formatCode="General">
                  <c:v>0.53</c:v>
                </c:pt>
                <c:pt idx="54" formatCode="General">
                  <c:v>0.54</c:v>
                </c:pt>
                <c:pt idx="55" formatCode="General">
                  <c:v>0.55000000000000004</c:v>
                </c:pt>
                <c:pt idx="56" formatCode="General">
                  <c:v>0.56000000000000005</c:v>
                </c:pt>
                <c:pt idx="57" formatCode="General">
                  <c:v>0.56999999999999995</c:v>
                </c:pt>
                <c:pt idx="58" formatCode="General">
                  <c:v>0.57999999999999996</c:v>
                </c:pt>
                <c:pt idx="59" formatCode="General">
                  <c:v>0.59</c:v>
                </c:pt>
                <c:pt idx="60" formatCode="General">
                  <c:v>0.6</c:v>
                </c:pt>
                <c:pt idx="61" formatCode="General">
                  <c:v>0.61</c:v>
                </c:pt>
                <c:pt idx="62" formatCode="General">
                  <c:v>0.62</c:v>
                </c:pt>
                <c:pt idx="63" formatCode="General">
                  <c:v>0.63</c:v>
                </c:pt>
                <c:pt idx="64" formatCode="General">
                  <c:v>0.64</c:v>
                </c:pt>
                <c:pt idx="65" formatCode="General">
                  <c:v>0.65</c:v>
                </c:pt>
                <c:pt idx="66" formatCode="General">
                  <c:v>0.66</c:v>
                </c:pt>
                <c:pt idx="67" formatCode="General">
                  <c:v>0.67</c:v>
                </c:pt>
                <c:pt idx="68" formatCode="General">
                  <c:v>0.68</c:v>
                </c:pt>
                <c:pt idx="69" formatCode="General">
                  <c:v>0.69</c:v>
                </c:pt>
                <c:pt idx="70" formatCode="General">
                  <c:v>0.7</c:v>
                </c:pt>
                <c:pt idx="71" formatCode="General">
                  <c:v>0.71</c:v>
                </c:pt>
                <c:pt idx="72" formatCode="General">
                  <c:v>0.72</c:v>
                </c:pt>
                <c:pt idx="73" formatCode="General">
                  <c:v>0.73</c:v>
                </c:pt>
                <c:pt idx="74" formatCode="General">
                  <c:v>0.74</c:v>
                </c:pt>
                <c:pt idx="75" formatCode="General">
                  <c:v>0.75</c:v>
                </c:pt>
                <c:pt idx="76" formatCode="General">
                  <c:v>0.76</c:v>
                </c:pt>
                <c:pt idx="77" formatCode="General">
                  <c:v>0.77</c:v>
                </c:pt>
                <c:pt idx="78" formatCode="General">
                  <c:v>0.78</c:v>
                </c:pt>
                <c:pt idx="79" formatCode="General">
                  <c:v>0.79</c:v>
                </c:pt>
                <c:pt idx="80" formatCode="General">
                  <c:v>0.8</c:v>
                </c:pt>
                <c:pt idx="81" formatCode="General">
                  <c:v>0.81</c:v>
                </c:pt>
                <c:pt idx="82" formatCode="General">
                  <c:v>0.82</c:v>
                </c:pt>
                <c:pt idx="83" formatCode="General">
                  <c:v>0.83</c:v>
                </c:pt>
                <c:pt idx="84" formatCode="General">
                  <c:v>0.84</c:v>
                </c:pt>
                <c:pt idx="85" formatCode="General">
                  <c:v>0.85</c:v>
                </c:pt>
                <c:pt idx="86" formatCode="General">
                  <c:v>0.86</c:v>
                </c:pt>
                <c:pt idx="87" formatCode="General">
                  <c:v>0.87</c:v>
                </c:pt>
                <c:pt idx="88" formatCode="General">
                  <c:v>0.88</c:v>
                </c:pt>
                <c:pt idx="89" formatCode="General">
                  <c:v>0.89</c:v>
                </c:pt>
                <c:pt idx="90" formatCode="General">
                  <c:v>0.9</c:v>
                </c:pt>
                <c:pt idx="91" formatCode="General">
                  <c:v>0.91</c:v>
                </c:pt>
                <c:pt idx="92" formatCode="General">
                  <c:v>0.92</c:v>
                </c:pt>
                <c:pt idx="93" formatCode="General">
                  <c:v>0.93</c:v>
                </c:pt>
                <c:pt idx="94" formatCode="General">
                  <c:v>0.94</c:v>
                </c:pt>
                <c:pt idx="95" formatCode="General">
                  <c:v>0.95</c:v>
                </c:pt>
                <c:pt idx="96" formatCode="General">
                  <c:v>0.96</c:v>
                </c:pt>
                <c:pt idx="97" formatCode="General">
                  <c:v>0.97</c:v>
                </c:pt>
                <c:pt idx="98" formatCode="General">
                  <c:v>0.98</c:v>
                </c:pt>
                <c:pt idx="99" formatCode="General">
                  <c:v>0.99</c:v>
                </c:pt>
                <c:pt idx="100" formatCode="General">
                  <c:v>1</c:v>
                </c:pt>
                <c:pt idx="101" formatCode="General">
                  <c:v>1.01</c:v>
                </c:pt>
                <c:pt idx="102" formatCode="General">
                  <c:v>1.02</c:v>
                </c:pt>
                <c:pt idx="103" formatCode="General">
                  <c:v>1.03</c:v>
                </c:pt>
                <c:pt idx="104" formatCode="General">
                  <c:v>1.04</c:v>
                </c:pt>
                <c:pt idx="105" formatCode="General">
                  <c:v>1.05</c:v>
                </c:pt>
                <c:pt idx="106" formatCode="General">
                  <c:v>1.06</c:v>
                </c:pt>
                <c:pt idx="107" formatCode="General">
                  <c:v>1.07</c:v>
                </c:pt>
                <c:pt idx="108" formatCode="General">
                  <c:v>1.08</c:v>
                </c:pt>
                <c:pt idx="109" formatCode="General">
                  <c:v>1.0900000000000001</c:v>
                </c:pt>
                <c:pt idx="110" formatCode="General">
                  <c:v>1.1000000000000001</c:v>
                </c:pt>
                <c:pt idx="111" formatCode="General">
                  <c:v>1.1100000000000001</c:v>
                </c:pt>
                <c:pt idx="112" formatCode="General">
                  <c:v>1.1200000000000001</c:v>
                </c:pt>
                <c:pt idx="113" formatCode="General">
                  <c:v>1.1299999999999999</c:v>
                </c:pt>
                <c:pt idx="114" formatCode="General">
                  <c:v>1.1399999999999999</c:v>
                </c:pt>
                <c:pt idx="115" formatCode="General">
                  <c:v>1.1499999999999999</c:v>
                </c:pt>
                <c:pt idx="116" formatCode="General">
                  <c:v>1.1599999999999999</c:v>
                </c:pt>
                <c:pt idx="117" formatCode="General">
                  <c:v>1.17</c:v>
                </c:pt>
                <c:pt idx="118" formatCode="General">
                  <c:v>1.18</c:v>
                </c:pt>
                <c:pt idx="119" formatCode="General">
                  <c:v>1.19</c:v>
                </c:pt>
                <c:pt idx="120" formatCode="General">
                  <c:v>1.2</c:v>
                </c:pt>
                <c:pt idx="121" formatCode="General">
                  <c:v>1.21</c:v>
                </c:pt>
                <c:pt idx="122" formatCode="General">
                  <c:v>1.22</c:v>
                </c:pt>
                <c:pt idx="123" formatCode="General">
                  <c:v>1.23</c:v>
                </c:pt>
                <c:pt idx="124" formatCode="General">
                  <c:v>1.24</c:v>
                </c:pt>
                <c:pt idx="125" formatCode="General">
                  <c:v>1.25</c:v>
                </c:pt>
                <c:pt idx="126" formatCode="General">
                  <c:v>1.26</c:v>
                </c:pt>
                <c:pt idx="127" formatCode="General">
                  <c:v>1.27</c:v>
                </c:pt>
                <c:pt idx="128" formatCode="General">
                  <c:v>1.28</c:v>
                </c:pt>
                <c:pt idx="129" formatCode="General">
                  <c:v>1.29</c:v>
                </c:pt>
                <c:pt idx="130" formatCode="General">
                  <c:v>1.3</c:v>
                </c:pt>
                <c:pt idx="131" formatCode="General">
                  <c:v>1.31</c:v>
                </c:pt>
                <c:pt idx="132" formatCode="General">
                  <c:v>1.32</c:v>
                </c:pt>
                <c:pt idx="133" formatCode="General">
                  <c:v>1.33</c:v>
                </c:pt>
                <c:pt idx="134" formatCode="General">
                  <c:v>1.34</c:v>
                </c:pt>
                <c:pt idx="135" formatCode="General">
                  <c:v>1.35</c:v>
                </c:pt>
                <c:pt idx="136" formatCode="General">
                  <c:v>1.36</c:v>
                </c:pt>
                <c:pt idx="137" formatCode="General">
                  <c:v>1.37</c:v>
                </c:pt>
                <c:pt idx="138" formatCode="General">
                  <c:v>1.38</c:v>
                </c:pt>
                <c:pt idx="139" formatCode="General">
                  <c:v>1.39</c:v>
                </c:pt>
                <c:pt idx="140" formatCode="General">
                  <c:v>1.4</c:v>
                </c:pt>
                <c:pt idx="141" formatCode="General">
                  <c:v>1.41</c:v>
                </c:pt>
                <c:pt idx="142" formatCode="General">
                  <c:v>1.42</c:v>
                </c:pt>
                <c:pt idx="143" formatCode="General">
                  <c:v>1.43</c:v>
                </c:pt>
                <c:pt idx="144" formatCode="General">
                  <c:v>1.44</c:v>
                </c:pt>
                <c:pt idx="145" formatCode="General">
                  <c:v>1.45</c:v>
                </c:pt>
                <c:pt idx="146" formatCode="General">
                  <c:v>1.46</c:v>
                </c:pt>
                <c:pt idx="147" formatCode="General">
                  <c:v>1.47</c:v>
                </c:pt>
                <c:pt idx="148" formatCode="General">
                  <c:v>1.48</c:v>
                </c:pt>
                <c:pt idx="149" formatCode="General">
                  <c:v>1.49</c:v>
                </c:pt>
                <c:pt idx="150" formatCode="General">
                  <c:v>1.5</c:v>
                </c:pt>
                <c:pt idx="151" formatCode="General">
                  <c:v>1.51</c:v>
                </c:pt>
                <c:pt idx="152" formatCode="General">
                  <c:v>1.52</c:v>
                </c:pt>
                <c:pt idx="153" formatCode="General">
                  <c:v>1.53</c:v>
                </c:pt>
                <c:pt idx="154" formatCode="General">
                  <c:v>1.54</c:v>
                </c:pt>
                <c:pt idx="155" formatCode="General">
                  <c:v>1.55</c:v>
                </c:pt>
                <c:pt idx="156" formatCode="General">
                  <c:v>1.56</c:v>
                </c:pt>
                <c:pt idx="157" formatCode="General">
                  <c:v>1.57</c:v>
                </c:pt>
                <c:pt idx="158" formatCode="General">
                  <c:v>1.58</c:v>
                </c:pt>
                <c:pt idx="159" formatCode="General">
                  <c:v>1.59</c:v>
                </c:pt>
                <c:pt idx="160" formatCode="General">
                  <c:v>1.6</c:v>
                </c:pt>
                <c:pt idx="161" formatCode="General">
                  <c:v>1.61</c:v>
                </c:pt>
                <c:pt idx="162" formatCode="General">
                  <c:v>1.62</c:v>
                </c:pt>
                <c:pt idx="163" formatCode="General">
                  <c:v>1.63</c:v>
                </c:pt>
                <c:pt idx="164" formatCode="General">
                  <c:v>1.64</c:v>
                </c:pt>
                <c:pt idx="165" formatCode="General">
                  <c:v>1.65</c:v>
                </c:pt>
                <c:pt idx="166" formatCode="General">
                  <c:v>1.66</c:v>
                </c:pt>
                <c:pt idx="167" formatCode="General">
                  <c:v>1.67</c:v>
                </c:pt>
                <c:pt idx="168" formatCode="General">
                  <c:v>1.68</c:v>
                </c:pt>
                <c:pt idx="169" formatCode="General">
                  <c:v>1.69</c:v>
                </c:pt>
                <c:pt idx="170" formatCode="General">
                  <c:v>1.7</c:v>
                </c:pt>
                <c:pt idx="171" formatCode="General">
                  <c:v>1.71</c:v>
                </c:pt>
                <c:pt idx="172" formatCode="General">
                  <c:v>1.72</c:v>
                </c:pt>
                <c:pt idx="173" formatCode="General">
                  <c:v>1.73</c:v>
                </c:pt>
                <c:pt idx="174" formatCode="General">
                  <c:v>1.74</c:v>
                </c:pt>
                <c:pt idx="175" formatCode="General">
                  <c:v>1.75</c:v>
                </c:pt>
                <c:pt idx="176" formatCode="General">
                  <c:v>1.76</c:v>
                </c:pt>
                <c:pt idx="177" formatCode="General">
                  <c:v>1.77</c:v>
                </c:pt>
                <c:pt idx="178" formatCode="General">
                  <c:v>1.78</c:v>
                </c:pt>
                <c:pt idx="179" formatCode="General">
                  <c:v>1.79</c:v>
                </c:pt>
                <c:pt idx="180" formatCode="General">
                  <c:v>1.8</c:v>
                </c:pt>
                <c:pt idx="181" formatCode="General">
                  <c:v>1.81</c:v>
                </c:pt>
                <c:pt idx="182" formatCode="General">
                  <c:v>1.82</c:v>
                </c:pt>
                <c:pt idx="183" formatCode="General">
                  <c:v>1.83</c:v>
                </c:pt>
                <c:pt idx="184" formatCode="General">
                  <c:v>1.84</c:v>
                </c:pt>
                <c:pt idx="185" formatCode="General">
                  <c:v>1.85</c:v>
                </c:pt>
                <c:pt idx="186" formatCode="General">
                  <c:v>1.86</c:v>
                </c:pt>
                <c:pt idx="187" formatCode="General">
                  <c:v>1.87</c:v>
                </c:pt>
                <c:pt idx="188" formatCode="General">
                  <c:v>1.88</c:v>
                </c:pt>
                <c:pt idx="189" formatCode="General">
                  <c:v>1.89</c:v>
                </c:pt>
                <c:pt idx="190" formatCode="General">
                  <c:v>1.9</c:v>
                </c:pt>
                <c:pt idx="191" formatCode="General">
                  <c:v>1.91</c:v>
                </c:pt>
                <c:pt idx="192" formatCode="General">
                  <c:v>1.92</c:v>
                </c:pt>
                <c:pt idx="193" formatCode="General">
                  <c:v>1.93</c:v>
                </c:pt>
                <c:pt idx="194" formatCode="General">
                  <c:v>1.94</c:v>
                </c:pt>
                <c:pt idx="195" formatCode="General">
                  <c:v>1.95</c:v>
                </c:pt>
                <c:pt idx="196" formatCode="General">
                  <c:v>1.96</c:v>
                </c:pt>
                <c:pt idx="197" formatCode="General">
                  <c:v>1.97</c:v>
                </c:pt>
                <c:pt idx="198" formatCode="General">
                  <c:v>1.98</c:v>
                </c:pt>
                <c:pt idx="199" formatCode="General">
                  <c:v>1.99</c:v>
                </c:pt>
                <c:pt idx="200" formatCode="General">
                  <c:v>2</c:v>
                </c:pt>
                <c:pt idx="201" formatCode="General">
                  <c:v>2.0099999999999998</c:v>
                </c:pt>
                <c:pt idx="202" formatCode="General">
                  <c:v>2.02</c:v>
                </c:pt>
                <c:pt idx="203" formatCode="General">
                  <c:v>2.0299999999999998</c:v>
                </c:pt>
                <c:pt idx="204" formatCode="General">
                  <c:v>2.04</c:v>
                </c:pt>
                <c:pt idx="205" formatCode="General">
                  <c:v>2.0499999999999998</c:v>
                </c:pt>
                <c:pt idx="206" formatCode="General">
                  <c:v>2.06</c:v>
                </c:pt>
                <c:pt idx="207" formatCode="General">
                  <c:v>2.0699999999999901</c:v>
                </c:pt>
                <c:pt idx="208" formatCode="General">
                  <c:v>2.0799999999999899</c:v>
                </c:pt>
                <c:pt idx="209" formatCode="General">
                  <c:v>2.0899999999999901</c:v>
                </c:pt>
                <c:pt idx="210" formatCode="General">
                  <c:v>2.0999999999999899</c:v>
                </c:pt>
                <c:pt idx="211" formatCode="General">
                  <c:v>2.1099999999999901</c:v>
                </c:pt>
                <c:pt idx="212" formatCode="General">
                  <c:v>2.1199999999999899</c:v>
                </c:pt>
                <c:pt idx="213" formatCode="General">
                  <c:v>2.1299999999999901</c:v>
                </c:pt>
                <c:pt idx="214" formatCode="General">
                  <c:v>2.1399999999999899</c:v>
                </c:pt>
                <c:pt idx="215" formatCode="General">
                  <c:v>2.1499999999999901</c:v>
                </c:pt>
                <c:pt idx="216" formatCode="General">
                  <c:v>2.1599999999999899</c:v>
                </c:pt>
                <c:pt idx="217" formatCode="General">
                  <c:v>2.1699999999999902</c:v>
                </c:pt>
                <c:pt idx="218" formatCode="General">
                  <c:v>2.1799999999999899</c:v>
                </c:pt>
                <c:pt idx="219" formatCode="General">
                  <c:v>2.1899999999999902</c:v>
                </c:pt>
                <c:pt idx="220" formatCode="General">
                  <c:v>2.19999999999999</c:v>
                </c:pt>
                <c:pt idx="221" formatCode="General">
                  <c:v>2.2099999999999902</c:v>
                </c:pt>
                <c:pt idx="222" formatCode="General">
                  <c:v>2.21999999999999</c:v>
                </c:pt>
                <c:pt idx="223" formatCode="General">
                  <c:v>2.2299999999999902</c:v>
                </c:pt>
                <c:pt idx="224" formatCode="General">
                  <c:v>2.23999999999999</c:v>
                </c:pt>
                <c:pt idx="225" formatCode="General">
                  <c:v>2.2499999999999898</c:v>
                </c:pt>
                <c:pt idx="226" formatCode="General">
                  <c:v>2.25999999999999</c:v>
                </c:pt>
                <c:pt idx="227" formatCode="General">
                  <c:v>2.2699999999999898</c:v>
                </c:pt>
                <c:pt idx="228" formatCode="General">
                  <c:v>2.27999999999999</c:v>
                </c:pt>
                <c:pt idx="229" formatCode="General">
                  <c:v>2.2899999999999898</c:v>
                </c:pt>
                <c:pt idx="230" formatCode="General">
                  <c:v>2.2999999999999901</c:v>
                </c:pt>
                <c:pt idx="231" formatCode="General">
                  <c:v>2.3099999999999898</c:v>
                </c:pt>
                <c:pt idx="232" formatCode="General">
                  <c:v>2.3199999999999901</c:v>
                </c:pt>
                <c:pt idx="233" formatCode="General">
                  <c:v>2.3299999999999899</c:v>
                </c:pt>
                <c:pt idx="234" formatCode="General">
                  <c:v>2.3399999999999901</c:v>
                </c:pt>
                <c:pt idx="235" formatCode="General">
                  <c:v>2.3499999999999899</c:v>
                </c:pt>
                <c:pt idx="236" formatCode="General">
                  <c:v>2.3599999999999901</c:v>
                </c:pt>
                <c:pt idx="237" formatCode="General">
                  <c:v>2.3699999999999899</c:v>
                </c:pt>
                <c:pt idx="238" formatCode="General">
                  <c:v>2.3799999999999901</c:v>
                </c:pt>
                <c:pt idx="239" formatCode="General">
                  <c:v>2.3899999999999899</c:v>
                </c:pt>
                <c:pt idx="240" formatCode="General">
                  <c:v>2.3999999999999901</c:v>
                </c:pt>
                <c:pt idx="241" formatCode="General">
                  <c:v>2.4099999999999899</c:v>
                </c:pt>
                <c:pt idx="242" formatCode="General">
                  <c:v>2.4199999999999902</c:v>
                </c:pt>
                <c:pt idx="243" formatCode="General">
                  <c:v>2.4299999999999899</c:v>
                </c:pt>
                <c:pt idx="244" formatCode="General">
                  <c:v>2.4399999999999902</c:v>
                </c:pt>
                <c:pt idx="245" formatCode="General">
                  <c:v>2.44999999999999</c:v>
                </c:pt>
                <c:pt idx="246" formatCode="General">
                  <c:v>2.4599999999999902</c:v>
                </c:pt>
                <c:pt idx="247" formatCode="General">
                  <c:v>2.46999999999999</c:v>
                </c:pt>
                <c:pt idx="248" formatCode="General">
                  <c:v>2.4799999999999902</c:v>
                </c:pt>
                <c:pt idx="249" formatCode="General">
                  <c:v>2.48999999999999</c:v>
                </c:pt>
                <c:pt idx="250" formatCode="General">
                  <c:v>2.4999999999999898</c:v>
                </c:pt>
                <c:pt idx="251" formatCode="General">
                  <c:v>2.50999999999999</c:v>
                </c:pt>
                <c:pt idx="252" formatCode="General">
                  <c:v>2.5199999999999898</c:v>
                </c:pt>
                <c:pt idx="253" formatCode="General">
                  <c:v>2.52999999999999</c:v>
                </c:pt>
                <c:pt idx="254" formatCode="General">
                  <c:v>2.5399999999999801</c:v>
                </c:pt>
                <c:pt idx="255" formatCode="General">
                  <c:v>2.5499999999999798</c:v>
                </c:pt>
                <c:pt idx="256" formatCode="General">
                  <c:v>2.5599999999999801</c:v>
                </c:pt>
                <c:pt idx="257" formatCode="General">
                  <c:v>2.5699999999999799</c:v>
                </c:pt>
                <c:pt idx="258" formatCode="General">
                  <c:v>2.5799999999999801</c:v>
                </c:pt>
                <c:pt idx="259" formatCode="General">
                  <c:v>2.5899999999999799</c:v>
                </c:pt>
                <c:pt idx="260" formatCode="General">
                  <c:v>2.5999999999999801</c:v>
                </c:pt>
                <c:pt idx="261" formatCode="General">
                  <c:v>2.6099999999999799</c:v>
                </c:pt>
                <c:pt idx="262" formatCode="General">
                  <c:v>2.6199999999999801</c:v>
                </c:pt>
                <c:pt idx="263" formatCode="General">
                  <c:v>2.6299999999999799</c:v>
                </c:pt>
                <c:pt idx="264" formatCode="General">
                  <c:v>2.6399999999999801</c:v>
                </c:pt>
                <c:pt idx="265" formatCode="General">
                  <c:v>2.6499999999999799</c:v>
                </c:pt>
                <c:pt idx="266" formatCode="General">
                  <c:v>2.6599999999999802</c:v>
                </c:pt>
                <c:pt idx="267" formatCode="General">
                  <c:v>2.6699999999999799</c:v>
                </c:pt>
                <c:pt idx="268" formatCode="General">
                  <c:v>2.6799999999999802</c:v>
                </c:pt>
                <c:pt idx="269" formatCode="General">
                  <c:v>2.68999999999998</c:v>
                </c:pt>
                <c:pt idx="270" formatCode="General">
                  <c:v>2.6999999999999802</c:v>
                </c:pt>
                <c:pt idx="271" formatCode="General">
                  <c:v>2.70999999999998</c:v>
                </c:pt>
                <c:pt idx="272" formatCode="General">
                  <c:v>2.7199999999999802</c:v>
                </c:pt>
                <c:pt idx="273" formatCode="General">
                  <c:v>2.72999999999998</c:v>
                </c:pt>
                <c:pt idx="274" formatCode="General">
                  <c:v>2.7399999999999798</c:v>
                </c:pt>
                <c:pt idx="275" formatCode="General">
                  <c:v>2.74999999999998</c:v>
                </c:pt>
                <c:pt idx="276" formatCode="General">
                  <c:v>2.7599999999999798</c:v>
                </c:pt>
                <c:pt idx="277" formatCode="General">
                  <c:v>2.76999999999998</c:v>
                </c:pt>
                <c:pt idx="278" formatCode="General">
                  <c:v>2.7799999999999798</c:v>
                </c:pt>
                <c:pt idx="279" formatCode="General">
                  <c:v>2.7899999999999801</c:v>
                </c:pt>
                <c:pt idx="280" formatCode="General">
                  <c:v>2.7999999999999798</c:v>
                </c:pt>
                <c:pt idx="281" formatCode="General">
                  <c:v>2.8099999999999801</c:v>
                </c:pt>
                <c:pt idx="282" formatCode="General">
                  <c:v>2.8199999999999799</c:v>
                </c:pt>
                <c:pt idx="283" formatCode="General">
                  <c:v>2.8299999999999801</c:v>
                </c:pt>
                <c:pt idx="284" formatCode="General">
                  <c:v>2.8399999999999799</c:v>
                </c:pt>
                <c:pt idx="285" formatCode="General">
                  <c:v>2.8499999999999801</c:v>
                </c:pt>
                <c:pt idx="286" formatCode="General">
                  <c:v>2.8599999999999799</c:v>
                </c:pt>
                <c:pt idx="287" formatCode="General">
                  <c:v>2.8699999999999801</c:v>
                </c:pt>
                <c:pt idx="288" formatCode="General">
                  <c:v>2.8799999999999799</c:v>
                </c:pt>
                <c:pt idx="289" formatCode="General">
                  <c:v>2.8899999999999801</c:v>
                </c:pt>
                <c:pt idx="290" formatCode="General">
                  <c:v>2.8999999999999799</c:v>
                </c:pt>
                <c:pt idx="291" formatCode="General">
                  <c:v>2.9099999999999802</c:v>
                </c:pt>
                <c:pt idx="292" formatCode="General">
                  <c:v>2.9199999999999799</c:v>
                </c:pt>
                <c:pt idx="293" formatCode="General">
                  <c:v>2.9299999999999802</c:v>
                </c:pt>
                <c:pt idx="294" formatCode="General">
                  <c:v>2.93999999999998</c:v>
                </c:pt>
                <c:pt idx="295" formatCode="General">
                  <c:v>2.9499999999999802</c:v>
                </c:pt>
                <c:pt idx="296" formatCode="General">
                  <c:v>2.95999999999998</c:v>
                </c:pt>
                <c:pt idx="297" formatCode="General">
                  <c:v>2.9699999999999802</c:v>
                </c:pt>
                <c:pt idx="298" formatCode="General">
                  <c:v>2.97999999999998</c:v>
                </c:pt>
                <c:pt idx="299" formatCode="General">
                  <c:v>2.9899999999999798</c:v>
                </c:pt>
                <c:pt idx="300" formatCode="General">
                  <c:v>2.99999999999998</c:v>
                </c:pt>
                <c:pt idx="301" formatCode="General">
                  <c:v>3.00999999999997</c:v>
                </c:pt>
                <c:pt idx="302" formatCode="General">
                  <c:v>3.0199999999999698</c:v>
                </c:pt>
                <c:pt idx="303" formatCode="General">
                  <c:v>3.0299999999999701</c:v>
                </c:pt>
                <c:pt idx="304" formatCode="General">
                  <c:v>3.0399999999999698</c:v>
                </c:pt>
                <c:pt idx="305" formatCode="General">
                  <c:v>3.0499999999999701</c:v>
                </c:pt>
                <c:pt idx="306" formatCode="General">
                  <c:v>3.0599999999999699</c:v>
                </c:pt>
                <c:pt idx="307" formatCode="General">
                  <c:v>3.0699999999999701</c:v>
                </c:pt>
                <c:pt idx="308" formatCode="General">
                  <c:v>3.0799999999999699</c:v>
                </c:pt>
                <c:pt idx="309" formatCode="General">
                  <c:v>3.0899999999999701</c:v>
                </c:pt>
                <c:pt idx="310" formatCode="General">
                  <c:v>3.0999999999999699</c:v>
                </c:pt>
                <c:pt idx="311" formatCode="General">
                  <c:v>3.1099999999999701</c:v>
                </c:pt>
                <c:pt idx="312" formatCode="General">
                  <c:v>3.1199999999999699</c:v>
                </c:pt>
                <c:pt idx="313" formatCode="General">
                  <c:v>3.1299999999999701</c:v>
                </c:pt>
                <c:pt idx="314" formatCode="General">
                  <c:v>3.1399999999999699</c:v>
                </c:pt>
                <c:pt idx="315" formatCode="General">
                  <c:v>3.1499999999999702</c:v>
                </c:pt>
                <c:pt idx="316" formatCode="General">
                  <c:v>3.1599999999999699</c:v>
                </c:pt>
                <c:pt idx="317" formatCode="General">
                  <c:v>3.1699999999999702</c:v>
                </c:pt>
                <c:pt idx="318" formatCode="General">
                  <c:v>3.17999999999997</c:v>
                </c:pt>
                <c:pt idx="319" formatCode="General">
                  <c:v>3.1899999999999702</c:v>
                </c:pt>
                <c:pt idx="320" formatCode="General">
                  <c:v>3.19999999999997</c:v>
                </c:pt>
                <c:pt idx="321" formatCode="General">
                  <c:v>3.2099999999999702</c:v>
                </c:pt>
                <c:pt idx="322" formatCode="General">
                  <c:v>3.21999999999997</c:v>
                </c:pt>
                <c:pt idx="323" formatCode="General">
                  <c:v>3.2299999999999698</c:v>
                </c:pt>
                <c:pt idx="324" formatCode="General">
                  <c:v>3.23999999999997</c:v>
                </c:pt>
                <c:pt idx="325" formatCode="General">
                  <c:v>3.2499999999999698</c:v>
                </c:pt>
                <c:pt idx="326" formatCode="General">
                  <c:v>3.25999999999997</c:v>
                </c:pt>
                <c:pt idx="327" formatCode="General">
                  <c:v>3.2699999999999698</c:v>
                </c:pt>
                <c:pt idx="328" formatCode="General">
                  <c:v>3.2799999999999701</c:v>
                </c:pt>
                <c:pt idx="329" formatCode="General">
                  <c:v>3.2899999999999698</c:v>
                </c:pt>
                <c:pt idx="330" formatCode="General">
                  <c:v>3.2999999999999701</c:v>
                </c:pt>
                <c:pt idx="331" formatCode="General">
                  <c:v>3.3099999999999699</c:v>
                </c:pt>
                <c:pt idx="332" formatCode="General">
                  <c:v>3.3199999999999701</c:v>
                </c:pt>
                <c:pt idx="333" formatCode="General">
                  <c:v>3.3299999999999699</c:v>
                </c:pt>
                <c:pt idx="334" formatCode="General">
                  <c:v>3.3399999999999701</c:v>
                </c:pt>
                <c:pt idx="335" formatCode="General">
                  <c:v>3.3499999999999699</c:v>
                </c:pt>
                <c:pt idx="336" formatCode="General">
                  <c:v>3.3599999999999701</c:v>
                </c:pt>
                <c:pt idx="337" formatCode="General">
                  <c:v>3.3699999999999699</c:v>
                </c:pt>
                <c:pt idx="338" formatCode="General">
                  <c:v>3.3799999999999701</c:v>
                </c:pt>
                <c:pt idx="339" formatCode="General">
                  <c:v>3.3899999999999699</c:v>
                </c:pt>
                <c:pt idx="340" formatCode="General">
                  <c:v>3.3999999999999702</c:v>
                </c:pt>
                <c:pt idx="341" formatCode="General">
                  <c:v>3.4099999999999699</c:v>
                </c:pt>
                <c:pt idx="342" formatCode="General">
                  <c:v>3.4199999999999702</c:v>
                </c:pt>
                <c:pt idx="343" formatCode="General">
                  <c:v>3.42999999999997</c:v>
                </c:pt>
                <c:pt idx="344" formatCode="General">
                  <c:v>3.4399999999999702</c:v>
                </c:pt>
                <c:pt idx="345" formatCode="General">
                  <c:v>3.44999999999997</c:v>
                </c:pt>
                <c:pt idx="346" formatCode="General">
                  <c:v>3.4599999999999702</c:v>
                </c:pt>
                <c:pt idx="347" formatCode="General">
                  <c:v>3.46999999999997</c:v>
                </c:pt>
                <c:pt idx="348" formatCode="General">
                  <c:v>3.47999999999996</c:v>
                </c:pt>
                <c:pt idx="349" formatCode="General">
                  <c:v>3.4899999999999598</c:v>
                </c:pt>
                <c:pt idx="350" formatCode="General">
                  <c:v>3.49999999999996</c:v>
                </c:pt>
                <c:pt idx="351" formatCode="General">
                  <c:v>3.5099999999999598</c:v>
                </c:pt>
                <c:pt idx="352" formatCode="General">
                  <c:v>3.51999999999996</c:v>
                </c:pt>
                <c:pt idx="353" formatCode="General">
                  <c:v>3.5299999999999598</c:v>
                </c:pt>
                <c:pt idx="354" formatCode="General">
                  <c:v>3.5399999999999601</c:v>
                </c:pt>
                <c:pt idx="355" formatCode="General">
                  <c:v>3.5499999999999599</c:v>
                </c:pt>
                <c:pt idx="356" formatCode="General">
                  <c:v>3.5599999999999601</c:v>
                </c:pt>
                <c:pt idx="357" formatCode="General">
                  <c:v>3.5699999999999599</c:v>
                </c:pt>
                <c:pt idx="358" formatCode="General">
                  <c:v>3.5799999999999601</c:v>
                </c:pt>
                <c:pt idx="359" formatCode="General">
                  <c:v>3.5899999999999599</c:v>
                </c:pt>
                <c:pt idx="360" formatCode="General">
                  <c:v>3.5999999999999601</c:v>
                </c:pt>
                <c:pt idx="361" formatCode="General">
                  <c:v>3.6099999999999599</c:v>
                </c:pt>
                <c:pt idx="362" formatCode="General">
                  <c:v>3.6199999999999601</c:v>
                </c:pt>
                <c:pt idx="363" formatCode="General">
                  <c:v>3.6299999999999599</c:v>
                </c:pt>
                <c:pt idx="364" formatCode="General">
                  <c:v>3.6399999999999602</c:v>
                </c:pt>
                <c:pt idx="365" formatCode="General">
                  <c:v>3.6499999999999599</c:v>
                </c:pt>
                <c:pt idx="366" formatCode="General">
                  <c:v>3.6599999999999602</c:v>
                </c:pt>
                <c:pt idx="367" formatCode="General">
                  <c:v>3.66999999999996</c:v>
                </c:pt>
                <c:pt idx="368" formatCode="General">
                  <c:v>3.6799999999999602</c:v>
                </c:pt>
                <c:pt idx="369" formatCode="General">
                  <c:v>3.68999999999996</c:v>
                </c:pt>
                <c:pt idx="370" formatCode="General">
                  <c:v>3.6999999999999602</c:v>
                </c:pt>
                <c:pt idx="371" formatCode="General">
                  <c:v>3.70999999999996</c:v>
                </c:pt>
                <c:pt idx="372" formatCode="General">
                  <c:v>3.7199999999999598</c:v>
                </c:pt>
                <c:pt idx="373" formatCode="General">
                  <c:v>3.72999999999996</c:v>
                </c:pt>
                <c:pt idx="374" formatCode="General">
                  <c:v>3.7399999999999598</c:v>
                </c:pt>
                <c:pt idx="375" formatCode="General">
                  <c:v>3.74999999999996</c:v>
                </c:pt>
                <c:pt idx="376" formatCode="General">
                  <c:v>3.7599999999999598</c:v>
                </c:pt>
                <c:pt idx="377" formatCode="General">
                  <c:v>3.76999999999996</c:v>
                </c:pt>
                <c:pt idx="378" formatCode="General">
                  <c:v>3.7799999999999598</c:v>
                </c:pt>
                <c:pt idx="379" formatCode="General">
                  <c:v>3.7899999999999601</c:v>
                </c:pt>
                <c:pt idx="380" formatCode="General">
                  <c:v>3.7999999999999599</c:v>
                </c:pt>
                <c:pt idx="381" formatCode="General">
                  <c:v>3.8099999999999601</c:v>
                </c:pt>
                <c:pt idx="382" formatCode="General">
                  <c:v>3.8199999999999599</c:v>
                </c:pt>
                <c:pt idx="383" formatCode="General">
                  <c:v>3.8299999999999601</c:v>
                </c:pt>
                <c:pt idx="384" formatCode="General">
                  <c:v>3.8399999999999599</c:v>
                </c:pt>
                <c:pt idx="385" formatCode="General">
                  <c:v>3.8499999999999601</c:v>
                </c:pt>
                <c:pt idx="386" formatCode="General">
                  <c:v>3.8599999999999599</c:v>
                </c:pt>
                <c:pt idx="387" formatCode="General">
                  <c:v>3.8699999999999601</c:v>
                </c:pt>
                <c:pt idx="388" formatCode="General">
                  <c:v>3.8799999999999599</c:v>
                </c:pt>
                <c:pt idx="389" formatCode="General">
                  <c:v>3.8899999999999602</c:v>
                </c:pt>
                <c:pt idx="390" formatCode="General">
                  <c:v>3.8999999999999599</c:v>
                </c:pt>
                <c:pt idx="391" formatCode="General">
                  <c:v>3.9099999999999602</c:v>
                </c:pt>
                <c:pt idx="392" formatCode="General">
                  <c:v>3.91999999999996</c:v>
                </c:pt>
                <c:pt idx="393" formatCode="General">
                  <c:v>3.9299999999999602</c:v>
                </c:pt>
                <c:pt idx="394" formatCode="General">
                  <c:v>3.93999999999996</c:v>
                </c:pt>
                <c:pt idx="395" formatCode="General">
                  <c:v>3.94999999999995</c:v>
                </c:pt>
                <c:pt idx="396" formatCode="General">
                  <c:v>3.9599999999999498</c:v>
                </c:pt>
                <c:pt idx="397" formatCode="General">
                  <c:v>3.96999999999995</c:v>
                </c:pt>
                <c:pt idx="398" formatCode="General">
                  <c:v>3.9799999999999498</c:v>
                </c:pt>
                <c:pt idx="399" formatCode="General">
                  <c:v>3.98999999999995</c:v>
                </c:pt>
                <c:pt idx="400" formatCode="General">
                  <c:v>3.9999999999999498</c:v>
                </c:pt>
                <c:pt idx="401" formatCode="General">
                  <c:v>4.00999999999995</c:v>
                </c:pt>
                <c:pt idx="402" formatCode="General">
                  <c:v>4.0199999999999498</c:v>
                </c:pt>
                <c:pt idx="403" formatCode="General">
                  <c:v>4.0299999999999496</c:v>
                </c:pt>
                <c:pt idx="404" formatCode="General">
                  <c:v>4.0399999999999503</c:v>
                </c:pt>
                <c:pt idx="405" formatCode="General">
                  <c:v>4.0499999999999501</c:v>
                </c:pt>
                <c:pt idx="406" formatCode="General">
                  <c:v>4.0599999999999499</c:v>
                </c:pt>
                <c:pt idx="407" formatCode="General">
                  <c:v>4.0699999999999497</c:v>
                </c:pt>
                <c:pt idx="408" formatCode="General">
                  <c:v>4.0799999999999503</c:v>
                </c:pt>
                <c:pt idx="409" formatCode="General">
                  <c:v>4.0899999999999501</c:v>
                </c:pt>
                <c:pt idx="410" formatCode="General">
                  <c:v>4.0999999999999499</c:v>
                </c:pt>
                <c:pt idx="411" formatCode="General">
                  <c:v>4.1099999999999497</c:v>
                </c:pt>
                <c:pt idx="412" formatCode="General">
                  <c:v>4.1199999999999504</c:v>
                </c:pt>
                <c:pt idx="413" formatCode="General">
                  <c:v>4.1299999999999502</c:v>
                </c:pt>
                <c:pt idx="414" formatCode="General">
                  <c:v>4.1399999999999499</c:v>
                </c:pt>
                <c:pt idx="415" formatCode="General">
                  <c:v>4.1499999999999497</c:v>
                </c:pt>
                <c:pt idx="416" formatCode="General">
                  <c:v>4.1599999999999504</c:v>
                </c:pt>
                <c:pt idx="417" formatCode="General">
                  <c:v>4.1699999999999502</c:v>
                </c:pt>
                <c:pt idx="418" formatCode="General">
                  <c:v>4.17999999999995</c:v>
                </c:pt>
                <c:pt idx="419" formatCode="General">
                  <c:v>4.1899999999999498</c:v>
                </c:pt>
                <c:pt idx="420" formatCode="General">
                  <c:v>4.1999999999999504</c:v>
                </c:pt>
                <c:pt idx="421" formatCode="General">
                  <c:v>4.2099999999999502</c:v>
                </c:pt>
                <c:pt idx="422" formatCode="General">
                  <c:v>4.21999999999995</c:v>
                </c:pt>
                <c:pt idx="423" formatCode="General">
                  <c:v>4.2299999999999498</c:v>
                </c:pt>
                <c:pt idx="424" formatCode="General">
                  <c:v>4.2399999999999496</c:v>
                </c:pt>
                <c:pt idx="425" formatCode="General">
                  <c:v>4.2499999999999503</c:v>
                </c:pt>
                <c:pt idx="426" formatCode="General">
                  <c:v>4.25999999999995</c:v>
                </c:pt>
                <c:pt idx="427" formatCode="General">
                  <c:v>4.2699999999999498</c:v>
                </c:pt>
                <c:pt idx="428" formatCode="General">
                  <c:v>4.2799999999999496</c:v>
                </c:pt>
                <c:pt idx="429" formatCode="General">
                  <c:v>4.2899999999999503</c:v>
                </c:pt>
                <c:pt idx="430" formatCode="General">
                  <c:v>4.2999999999999501</c:v>
                </c:pt>
                <c:pt idx="431" formatCode="General">
                  <c:v>4.3099999999999499</c:v>
                </c:pt>
                <c:pt idx="432" formatCode="General">
                  <c:v>4.3199999999999497</c:v>
                </c:pt>
                <c:pt idx="433" formatCode="General">
                  <c:v>4.3299999999999503</c:v>
                </c:pt>
                <c:pt idx="434" formatCode="General">
                  <c:v>4.3399999999999501</c:v>
                </c:pt>
                <c:pt idx="435" formatCode="General">
                  <c:v>4.3499999999999499</c:v>
                </c:pt>
                <c:pt idx="436" formatCode="General">
                  <c:v>4.3599999999999497</c:v>
                </c:pt>
                <c:pt idx="437" formatCode="General">
                  <c:v>4.3699999999999504</c:v>
                </c:pt>
                <c:pt idx="438" formatCode="General">
                  <c:v>4.3799999999999502</c:v>
                </c:pt>
                <c:pt idx="439" formatCode="General">
                  <c:v>4.3899999999999499</c:v>
                </c:pt>
                <c:pt idx="440" formatCode="General">
                  <c:v>4.3999999999999497</c:v>
                </c:pt>
                <c:pt idx="441" formatCode="General">
                  <c:v>4.4099999999999504</c:v>
                </c:pt>
                <c:pt idx="442" formatCode="General">
                  <c:v>4.4199999999999502</c:v>
                </c:pt>
                <c:pt idx="443" formatCode="General">
                  <c:v>4.42999999999995</c:v>
                </c:pt>
                <c:pt idx="444" formatCode="General">
                  <c:v>4.43999999999994</c:v>
                </c:pt>
                <c:pt idx="445" formatCode="General">
                  <c:v>4.4499999999999398</c:v>
                </c:pt>
                <c:pt idx="446" formatCode="General">
                  <c:v>4.4599999999999396</c:v>
                </c:pt>
                <c:pt idx="447" formatCode="General">
                  <c:v>4.4699999999999402</c:v>
                </c:pt>
                <c:pt idx="448" formatCode="General">
                  <c:v>4.47999999999994</c:v>
                </c:pt>
                <c:pt idx="449" formatCode="General">
                  <c:v>4.4899999999999398</c:v>
                </c:pt>
                <c:pt idx="450" formatCode="General">
                  <c:v>4.4999999999999396</c:v>
                </c:pt>
                <c:pt idx="451" formatCode="General">
                  <c:v>4.5099999999999403</c:v>
                </c:pt>
                <c:pt idx="452" formatCode="General">
                  <c:v>4.5199999999999401</c:v>
                </c:pt>
                <c:pt idx="453" formatCode="General">
                  <c:v>4.5299999999999399</c:v>
                </c:pt>
                <c:pt idx="454" formatCode="General">
                  <c:v>4.5399999999999396</c:v>
                </c:pt>
                <c:pt idx="455" formatCode="General">
                  <c:v>4.5499999999999403</c:v>
                </c:pt>
                <c:pt idx="456" formatCode="General">
                  <c:v>4.5599999999999401</c:v>
                </c:pt>
                <c:pt idx="457" formatCode="General">
                  <c:v>4.5699999999999399</c:v>
                </c:pt>
                <c:pt idx="458" formatCode="General">
                  <c:v>4.5799999999999397</c:v>
                </c:pt>
                <c:pt idx="459" formatCode="General">
                  <c:v>4.5899999999999403</c:v>
                </c:pt>
                <c:pt idx="460" formatCode="General">
                  <c:v>4.5999999999999401</c:v>
                </c:pt>
                <c:pt idx="461" formatCode="General">
                  <c:v>4.6099999999999399</c:v>
                </c:pt>
                <c:pt idx="462" formatCode="General">
                  <c:v>4.6199999999999397</c:v>
                </c:pt>
                <c:pt idx="463" formatCode="General">
                  <c:v>4.6299999999999404</c:v>
                </c:pt>
                <c:pt idx="464" formatCode="General">
                  <c:v>4.6399999999999402</c:v>
                </c:pt>
                <c:pt idx="465" formatCode="General">
                  <c:v>4.64999999999994</c:v>
                </c:pt>
                <c:pt idx="466" formatCode="General">
                  <c:v>4.6599999999999397</c:v>
                </c:pt>
                <c:pt idx="467" formatCode="General">
                  <c:v>4.6699999999999404</c:v>
                </c:pt>
                <c:pt idx="468" formatCode="General">
                  <c:v>4.6799999999999402</c:v>
                </c:pt>
                <c:pt idx="469" formatCode="General">
                  <c:v>4.68999999999994</c:v>
                </c:pt>
                <c:pt idx="470" formatCode="General">
                  <c:v>4.6999999999999398</c:v>
                </c:pt>
                <c:pt idx="471" formatCode="General">
                  <c:v>4.7099999999999396</c:v>
                </c:pt>
                <c:pt idx="472" formatCode="General">
                  <c:v>4.7199999999999402</c:v>
                </c:pt>
                <c:pt idx="473" formatCode="General">
                  <c:v>4.72999999999994</c:v>
                </c:pt>
                <c:pt idx="474" formatCode="General">
                  <c:v>4.7399999999999398</c:v>
                </c:pt>
                <c:pt idx="475" formatCode="General">
                  <c:v>4.7499999999999396</c:v>
                </c:pt>
                <c:pt idx="476" formatCode="General">
                  <c:v>4.7599999999999403</c:v>
                </c:pt>
                <c:pt idx="477" formatCode="General">
                  <c:v>4.7699999999999401</c:v>
                </c:pt>
                <c:pt idx="478" formatCode="General">
                  <c:v>4.7799999999999399</c:v>
                </c:pt>
                <c:pt idx="479" formatCode="General">
                  <c:v>4.7899999999999396</c:v>
                </c:pt>
                <c:pt idx="480" formatCode="General">
                  <c:v>4.7999999999999403</c:v>
                </c:pt>
                <c:pt idx="481" formatCode="General">
                  <c:v>4.8099999999999401</c:v>
                </c:pt>
                <c:pt idx="482" formatCode="General">
                  <c:v>4.8199999999999399</c:v>
                </c:pt>
                <c:pt idx="483" formatCode="General">
                  <c:v>4.8299999999999397</c:v>
                </c:pt>
                <c:pt idx="484" formatCode="General">
                  <c:v>4.8399999999999403</c:v>
                </c:pt>
                <c:pt idx="485" formatCode="General">
                  <c:v>4.8499999999999401</c:v>
                </c:pt>
                <c:pt idx="486" formatCode="General">
                  <c:v>4.8599999999999399</c:v>
                </c:pt>
                <c:pt idx="487" formatCode="General">
                  <c:v>4.8699999999999397</c:v>
                </c:pt>
                <c:pt idx="488" formatCode="General">
                  <c:v>4.8799999999999404</c:v>
                </c:pt>
                <c:pt idx="489" formatCode="General">
                  <c:v>4.8899999999999402</c:v>
                </c:pt>
                <c:pt idx="490" formatCode="General">
                  <c:v>4.89999999999994</c:v>
                </c:pt>
                <c:pt idx="491" formatCode="General">
                  <c:v>4.90999999999993</c:v>
                </c:pt>
                <c:pt idx="492" formatCode="General">
                  <c:v>4.9199999999999298</c:v>
                </c:pt>
                <c:pt idx="493" formatCode="General">
                  <c:v>4.9299999999999304</c:v>
                </c:pt>
                <c:pt idx="494" formatCode="General">
                  <c:v>4.9399999999999302</c:v>
                </c:pt>
                <c:pt idx="495" formatCode="General">
                  <c:v>4.94999999999993</c:v>
                </c:pt>
                <c:pt idx="496" formatCode="General">
                  <c:v>4.9599999999999298</c:v>
                </c:pt>
                <c:pt idx="497" formatCode="General">
                  <c:v>4.9699999999999296</c:v>
                </c:pt>
                <c:pt idx="498" formatCode="General">
                  <c:v>4.9799999999999303</c:v>
                </c:pt>
                <c:pt idx="499" formatCode="General">
                  <c:v>4.98999999999993</c:v>
                </c:pt>
                <c:pt idx="500" formatCode="General">
                  <c:v>4.9999999999999298</c:v>
                </c:pt>
                <c:pt idx="501" formatCode="General">
                  <c:v>5.0099999999999296</c:v>
                </c:pt>
              </c:numCache>
            </c:numRef>
          </c:xVal>
          <c:yVal>
            <c:numRef>
              <c:f>'-2.0'!$D$2:$D$503</c:f>
              <c:numCache>
                <c:formatCode>General</c:formatCode>
                <c:ptCount val="502"/>
                <c:pt idx="0">
                  <c:v>71.291979436607505</c:v>
                </c:pt>
                <c:pt idx="1">
                  <c:v>71.291979127247203</c:v>
                </c:pt>
                <c:pt idx="2">
                  <c:v>71.291978201288202</c:v>
                </c:pt>
                <c:pt idx="3">
                  <c:v>71.291976661931997</c:v>
                </c:pt>
                <c:pt idx="4">
                  <c:v>71.291974512405702</c:v>
                </c:pt>
                <c:pt idx="5">
                  <c:v>71.291971755960702</c:v>
                </c:pt>
                <c:pt idx="6">
                  <c:v>71.291968395872701</c:v>
                </c:pt>
                <c:pt idx="7">
                  <c:v>71.291964435440505</c:v>
                </c:pt>
                <c:pt idx="8">
                  <c:v>71.291959877985704</c:v>
                </c:pt>
                <c:pt idx="9">
                  <c:v>71.291954726851898</c:v>
                </c:pt>
                <c:pt idx="10">
                  <c:v>71.291948985404403</c:v>
                </c:pt>
                <c:pt idx="11">
                  <c:v>71.291942657029097</c:v>
                </c:pt>
                <c:pt idx="12">
                  <c:v>71.291935745132307</c:v>
                </c:pt>
                <c:pt idx="13">
                  <c:v>71.29192825314</c:v>
                </c:pt>
                <c:pt idx="14">
                  <c:v>71.291920184497201</c:v>
                </c:pt>
                <c:pt idx="15">
                  <c:v>71.291911542667293</c:v>
                </c:pt>
                <c:pt idx="16">
                  <c:v>71.291902331131894</c:v>
                </c:pt>
                <c:pt idx="17">
                  <c:v>71.291892553389602</c:v>
                </c:pt>
                <c:pt idx="18">
                  <c:v>71.291882212955898</c:v>
                </c:pt>
                <c:pt idx="19">
                  <c:v>71.291871313362407</c:v>
                </c:pt>
                <c:pt idx="20">
                  <c:v>71.2918598581563</c:v>
                </c:pt>
                <c:pt idx="21">
                  <c:v>71.291847850900098</c:v>
                </c:pt>
                <c:pt idx="22">
                  <c:v>71.291835295170401</c:v>
                </c:pt>
                <c:pt idx="23">
                  <c:v>71.291822194557994</c:v>
                </c:pt>
                <c:pt idx="24">
                  <c:v>71.291808552667106</c:v>
                </c:pt>
                <c:pt idx="25">
                  <c:v>71.291794373114698</c:v>
                </c:pt>
                <c:pt idx="26">
                  <c:v>71.291779659530206</c:v>
                </c:pt>
                <c:pt idx="27">
                  <c:v>71.291764415554695</c:v>
                </c:pt>
                <c:pt idx="28">
                  <c:v>71.291748644840695</c:v>
                </c:pt>
                <c:pt idx="29">
                  <c:v>71.291732351051294</c:v>
                </c:pt>
                <c:pt idx="30">
                  <c:v>71.2917155378601</c:v>
                </c:pt>
                <c:pt idx="31">
                  <c:v>71.291698208950194</c:v>
                </c:pt>
                <c:pt idx="32">
                  <c:v>71.291680368014099</c:v>
                </c:pt>
                <c:pt idx="33">
                  <c:v>71.291662018752902</c:v>
                </c:pt>
                <c:pt idx="34">
                  <c:v>71.291643164876106</c:v>
                </c:pt>
                <c:pt idx="35">
                  <c:v>71.291623810100802</c:v>
                </c:pt>
                <c:pt idx="36">
                  <c:v>71.291603958151399</c:v>
                </c:pt>
                <c:pt idx="37">
                  <c:v>71.291583612759297</c:v>
                </c:pt>
                <c:pt idx="38">
                  <c:v>71.291562777661895</c:v>
                </c:pt>
                <c:pt idx="39">
                  <c:v>71.291541456602801</c:v>
                </c:pt>
                <c:pt idx="40">
                  <c:v>71.291519653330596</c:v>
                </c:pt>
                <c:pt idx="41">
                  <c:v>71.291497371599107</c:v>
                </c:pt>
                <c:pt idx="42">
                  <c:v>71.291474615166507</c:v>
                </c:pt>
                <c:pt idx="43">
                  <c:v>71.291451387794993</c:v>
                </c:pt>
                <c:pt idx="44">
                  <c:v>71.291427693250498</c:v>
                </c:pt>
                <c:pt idx="45">
                  <c:v>71.291403535301797</c:v>
                </c:pt>
                <c:pt idx="46">
                  <c:v>71.291378917720706</c:v>
                </c:pt>
                <c:pt idx="47">
                  <c:v>71.291353844281105</c:v>
                </c:pt>
                <c:pt idx="48">
                  <c:v>71.291328318758701</c:v>
                </c:pt>
                <c:pt idx="49">
                  <c:v>71.291302344930898</c:v>
                </c:pt>
                <c:pt idx="50">
                  <c:v>71.291275926575693</c:v>
                </c:pt>
                <c:pt idx="51">
                  <c:v>71.291249067472094</c:v>
                </c:pt>
                <c:pt idx="52">
                  <c:v>71.291221771399094</c:v>
                </c:pt>
                <c:pt idx="53">
                  <c:v>71.291194042135501</c:v>
                </c:pt>
                <c:pt idx="54">
                  <c:v>71.291165883459698</c:v>
                </c:pt>
                <c:pt idx="55">
                  <c:v>71.291137299148801</c:v>
                </c:pt>
                <c:pt idx="56">
                  <c:v>71.291108292978706</c:v>
                </c:pt>
                <c:pt idx="57">
                  <c:v>71.291078868723602</c:v>
                </c:pt>
                <c:pt idx="58">
                  <c:v>71.291049030155406</c:v>
                </c:pt>
                <c:pt idx="59">
                  <c:v>71.291018781043704</c:v>
                </c:pt>
                <c:pt idx="60">
                  <c:v>71.290988125155096</c:v>
                </c:pt>
                <c:pt idx="61">
                  <c:v>71.290957066252901</c:v>
                </c:pt>
                <c:pt idx="62">
                  <c:v>71.290925608096998</c:v>
                </c:pt>
                <c:pt idx="63">
                  <c:v>71.290893754443104</c:v>
                </c:pt>
                <c:pt idx="64">
                  <c:v>71.290861509042799</c:v>
                </c:pt>
                <c:pt idx="65">
                  <c:v>71.290828875643001</c:v>
                </c:pt>
                <c:pt idx="66">
                  <c:v>71.2907958579856</c:v>
                </c:pt>
                <c:pt idx="67">
                  <c:v>71.290762459807098</c:v>
                </c:pt>
                <c:pt idx="68">
                  <c:v>71.290728684838498</c:v>
                </c:pt>
                <c:pt idx="69">
                  <c:v>71.290694536804807</c:v>
                </c:pt>
                <c:pt idx="70">
                  <c:v>71.290660019424493</c:v>
                </c:pt>
                <c:pt idx="71">
                  <c:v>71.290625136409702</c:v>
                </c:pt>
                <c:pt idx="72">
                  <c:v>71.290589891465501</c:v>
                </c:pt>
                <c:pt idx="73">
                  <c:v>71.290554288289798</c:v>
                </c:pt>
                <c:pt idx="74">
                  <c:v>71.290518330572795</c:v>
                </c:pt>
                <c:pt idx="75">
                  <c:v>71.290482021996894</c:v>
                </c:pt>
                <c:pt idx="76">
                  <c:v>71.290445366236597</c:v>
                </c:pt>
                <c:pt idx="77">
                  <c:v>71.290408366957607</c:v>
                </c:pt>
                <c:pt idx="78">
                  <c:v>71.290371027817102</c:v>
                </c:pt>
                <c:pt idx="79">
                  <c:v>71.290333352463193</c:v>
                </c:pt>
                <c:pt idx="80">
                  <c:v>71.290295344534798</c:v>
                </c:pt>
                <c:pt idx="81">
                  <c:v>71.290257007661197</c:v>
                </c:pt>
                <c:pt idx="82">
                  <c:v>71.290218345461795</c:v>
                </c:pt>
                <c:pt idx="83">
                  <c:v>71.290179361545896</c:v>
                </c:pt>
                <c:pt idx="84">
                  <c:v>71.290140059512694</c:v>
                </c:pt>
                <c:pt idx="85">
                  <c:v>71.290100442950404</c:v>
                </c:pt>
                <c:pt idx="86">
                  <c:v>71.290060515436593</c:v>
                </c:pt>
                <c:pt idx="87">
                  <c:v>71.290020280537604</c:v>
                </c:pt>
                <c:pt idx="88">
                  <c:v>71.289979741808494</c:v>
                </c:pt>
                <c:pt idx="89">
                  <c:v>71.289938902792599</c:v>
                </c:pt>
                <c:pt idx="90">
                  <c:v>71.289897767021699</c:v>
                </c:pt>
                <c:pt idx="91">
                  <c:v>71.289856338014999</c:v>
                </c:pt>
                <c:pt idx="92">
                  <c:v>71.289814619279795</c:v>
                </c:pt>
                <c:pt idx="93">
                  <c:v>71.289772614310806</c:v>
                </c:pt>
                <c:pt idx="94">
                  <c:v>71.289730326589805</c:v>
                </c:pt>
                <c:pt idx="95">
                  <c:v>71.289687759585703</c:v>
                </c:pt>
                <c:pt idx="96">
                  <c:v>71.289644916754199</c:v>
                </c:pt>
                <c:pt idx="97">
                  <c:v>71.2896018015377</c:v>
                </c:pt>
                <c:pt idx="98">
                  <c:v>71.289558417364802</c:v>
                </c:pt>
                <c:pt idx="99">
                  <c:v>71.289514767650502</c:v>
                </c:pt>
                <c:pt idx="100">
                  <c:v>71.289470855795699</c:v>
                </c:pt>
                <c:pt idx="101">
                  <c:v>71.289426685186996</c:v>
                </c:pt>
                <c:pt idx="102">
                  <c:v>71.289382259196799</c:v>
                </c:pt>
                <c:pt idx="103">
                  <c:v>71.289337581182906</c:v>
                </c:pt>
                <c:pt idx="104">
                  <c:v>71.289292654487994</c:v>
                </c:pt>
                <c:pt idx="105">
                  <c:v>71.289247482440402</c:v>
                </c:pt>
                <c:pt idx="106">
                  <c:v>71.289202068352793</c:v>
                </c:pt>
                <c:pt idx="107">
                  <c:v>71.289156415522996</c:v>
                </c:pt>
                <c:pt idx="108">
                  <c:v>71.289110527233007</c:v>
                </c:pt>
                <c:pt idx="109">
                  <c:v>71.289064406749404</c:v>
                </c:pt>
                <c:pt idx="110">
                  <c:v>71.289018057322906</c:v>
                </c:pt>
                <c:pt idx="111">
                  <c:v>71.288971482188302</c:v>
                </c:pt>
                <c:pt idx="112">
                  <c:v>71.288924684564293</c:v>
                </c:pt>
                <c:pt idx="113">
                  <c:v>71.288877667653395</c:v>
                </c:pt>
                <c:pt idx="114">
                  <c:v>71.288830434641497</c:v>
                </c:pt>
                <c:pt idx="115">
                  <c:v>71.288782988698202</c:v>
                </c:pt>
                <c:pt idx="116">
                  <c:v>71.288735332976302</c:v>
                </c:pt>
                <c:pt idx="117">
                  <c:v>71.288687470611706</c:v>
                </c:pt>
                <c:pt idx="118">
                  <c:v>71.288639404723497</c:v>
                </c:pt>
                <c:pt idx="119">
                  <c:v>71.288591138413594</c:v>
                </c:pt>
                <c:pt idx="120">
                  <c:v>71.288542674766802</c:v>
                </c:pt>
                <c:pt idx="121">
                  <c:v>71.288494016850294</c:v>
                </c:pt>
                <c:pt idx="122">
                  <c:v>71.288445167714201</c:v>
                </c:pt>
                <c:pt idx="123">
                  <c:v>71.288396130390694</c:v>
                </c:pt>
                <c:pt idx="124">
                  <c:v>71.288346907894393</c:v>
                </c:pt>
                <c:pt idx="125">
                  <c:v>71.288297503222296</c:v>
                </c:pt>
                <c:pt idx="126">
                  <c:v>71.288247919353196</c:v>
                </c:pt>
                <c:pt idx="127">
                  <c:v>71.288198159247898</c:v>
                </c:pt>
                <c:pt idx="128">
                  <c:v>71.288148225849298</c:v>
                </c:pt>
                <c:pt idx="129">
                  <c:v>71.288098122081905</c:v>
                </c:pt>
                <c:pt idx="130">
                  <c:v>71.288047850851797</c:v>
                </c:pt>
                <c:pt idx="131">
                  <c:v>71.287997415047002</c:v>
                </c:pt>
                <c:pt idx="132">
                  <c:v>71.287946817536593</c:v>
                </c:pt>
                <c:pt idx="133">
                  <c:v>71.287896061171494</c:v>
                </c:pt>
                <c:pt idx="134">
                  <c:v>71.287845148783504</c:v>
                </c:pt>
                <c:pt idx="135">
                  <c:v>71.2877940831861</c:v>
                </c:pt>
                <c:pt idx="136">
                  <c:v>71.287742867173606</c:v>
                </c:pt>
                <c:pt idx="137">
                  <c:v>71.2876915035216</c:v>
                </c:pt>
                <c:pt idx="138">
                  <c:v>71.287639994986506</c:v>
                </c:pt>
                <c:pt idx="139">
                  <c:v>71.287588344306002</c:v>
                </c:pt>
                <c:pt idx="140">
                  <c:v>71.287536554198297</c:v>
                </c:pt>
                <c:pt idx="141">
                  <c:v>71.287484627362602</c:v>
                </c:pt>
                <c:pt idx="142">
                  <c:v>71.287432566478799</c:v>
                </c:pt>
                <c:pt idx="143">
                  <c:v>71.287380374207601</c:v>
                </c:pt>
                <c:pt idx="144">
                  <c:v>71.287328053190194</c:v>
                </c:pt>
                <c:pt idx="145">
                  <c:v>71.287275606048496</c:v>
                </c:pt>
                <c:pt idx="146">
                  <c:v>71.287223035384798</c:v>
                </c:pt>
                <c:pt idx="147">
                  <c:v>71.287170343781895</c:v>
                </c:pt>
                <c:pt idx="148">
                  <c:v>71.287117533803197</c:v>
                </c:pt>
                <c:pt idx="149">
                  <c:v>71.287064607992207</c:v>
                </c:pt>
                <c:pt idx="150">
                  <c:v>71.287011568873197</c:v>
                </c:pt>
                <c:pt idx="151">
                  <c:v>71.286958418950206</c:v>
                </c:pt>
                <c:pt idx="152">
                  <c:v>71.286905160708102</c:v>
                </c:pt>
                <c:pt idx="153">
                  <c:v>71.2868517966116</c:v>
                </c:pt>
                <c:pt idx="154">
                  <c:v>71.286798329105807</c:v>
                </c:pt>
                <c:pt idx="155">
                  <c:v>71.286744760616003</c:v>
                </c:pt>
                <c:pt idx="156">
                  <c:v>71.286691093547503</c:v>
                </c:pt>
                <c:pt idx="157">
                  <c:v>71.286637330285899</c:v>
                </c:pt>
                <c:pt idx="158">
                  <c:v>71.286583473196799</c:v>
                </c:pt>
                <c:pt idx="159">
                  <c:v>71.286529524626005</c:v>
                </c:pt>
                <c:pt idx="160">
                  <c:v>71.286475486899306</c:v>
                </c:pt>
                <c:pt idx="161">
                  <c:v>71.286421362322599</c:v>
                </c:pt>
                <c:pt idx="162">
                  <c:v>71.2863671531818</c:v>
                </c:pt>
                <c:pt idx="163">
                  <c:v>71.286312861742701</c:v>
                </c:pt>
                <c:pt idx="164">
                  <c:v>71.286258490251498</c:v>
                </c:pt>
                <c:pt idx="165">
                  <c:v>71.286204040933995</c:v>
                </c:pt>
                <c:pt idx="166">
                  <c:v>71.286149515996399</c:v>
                </c:pt>
                <c:pt idx="167">
                  <c:v>71.286094917624595</c:v>
                </c:pt>
                <c:pt idx="168">
                  <c:v>71.286040247984801</c:v>
                </c:pt>
                <c:pt idx="169">
                  <c:v>71.285985509222797</c:v>
                </c:pt>
                <c:pt idx="170">
                  <c:v>71.285930703464899</c:v>
                </c:pt>
                <c:pt idx="171">
                  <c:v>71.285875832817098</c:v>
                </c:pt>
                <c:pt idx="172">
                  <c:v>71.285820899365604</c:v>
                </c:pt>
                <c:pt idx="173">
                  <c:v>71.285765905176603</c:v>
                </c:pt>
                <c:pt idx="174">
                  <c:v>71.285710852296305</c:v>
                </c:pt>
                <c:pt idx="175">
                  <c:v>71.285655742751004</c:v>
                </c:pt>
                <c:pt idx="176">
                  <c:v>71.285600578547204</c:v>
                </c:pt>
                <c:pt idx="177">
                  <c:v>71.285545361671197</c:v>
                </c:pt>
                <c:pt idx="178">
                  <c:v>71.285490094089894</c:v>
                </c:pt>
                <c:pt idx="179">
                  <c:v>71.285434777749799</c:v>
                </c:pt>
                <c:pt idx="180">
                  <c:v>71.285379414578102</c:v>
                </c:pt>
                <c:pt idx="181">
                  <c:v>71.285324006481801</c:v>
                </c:pt>
                <c:pt idx="182">
                  <c:v>71.285268555348196</c:v>
                </c:pt>
                <c:pt idx="183">
                  <c:v>71.285213063045006</c:v>
                </c:pt>
                <c:pt idx="184">
                  <c:v>71.285157531419998</c:v>
                </c:pt>
                <c:pt idx="185">
                  <c:v>71.285101962301397</c:v>
                </c:pt>
                <c:pt idx="186">
                  <c:v>71.285046357497805</c:v>
                </c:pt>
                <c:pt idx="187">
                  <c:v>71.284990718798099</c:v>
                </c:pt>
                <c:pt idx="188">
                  <c:v>71.284935047971501</c:v>
                </c:pt>
                <c:pt idx="189">
                  <c:v>71.284879346767895</c:v>
                </c:pt>
                <c:pt idx="190">
                  <c:v>71.284823616917393</c:v>
                </c:pt>
                <c:pt idx="191">
                  <c:v>71.284767860130998</c:v>
                </c:pt>
                <c:pt idx="192">
                  <c:v>71.284712078099901</c:v>
                </c:pt>
                <c:pt idx="193">
                  <c:v>71.284656272496207</c:v>
                </c:pt>
                <c:pt idx="194">
                  <c:v>71.284600444972398</c:v>
                </c:pt>
                <c:pt idx="195">
                  <c:v>71.284544597161997</c:v>
                </c:pt>
                <c:pt idx="196">
                  <c:v>71.284488730679101</c:v>
                </c:pt>
                <c:pt idx="197">
                  <c:v>71.284432847118595</c:v>
                </c:pt>
                <c:pt idx="198">
                  <c:v>71.284376948056206</c:v>
                </c:pt>
                <c:pt idx="199">
                  <c:v>71.284321035048805</c:v>
                </c:pt>
                <c:pt idx="200">
                  <c:v>71.284265109633907</c:v>
                </c:pt>
                <c:pt idx="201">
                  <c:v>70.9332994951301</c:v>
                </c:pt>
                <c:pt idx="202">
                  <c:v>70.487649519333502</c:v>
                </c:pt>
                <c:pt idx="203">
                  <c:v>70.016964180290799</c:v>
                </c:pt>
                <c:pt idx="204">
                  <c:v>69.5239869005581</c:v>
                </c:pt>
                <c:pt idx="205">
                  <c:v>69.011388395542198</c:v>
                </c:pt>
                <c:pt idx="206">
                  <c:v>68.481757489577603</c:v>
                </c:pt>
                <c:pt idx="207">
                  <c:v>67.937592863109103</c:v>
                </c:pt>
                <c:pt idx="208">
                  <c:v>67.381295686562595</c:v>
                </c:pt>
                <c:pt idx="209">
                  <c:v>66.815163104139998</c:v>
                </c:pt>
                <c:pt idx="210">
                  <c:v>66.241382537598099</c:v>
                </c:pt>
                <c:pt idx="211">
                  <c:v>65.662026785838293</c:v>
                </c:pt>
                <c:pt idx="212">
                  <c:v>65.079049900668394</c:v>
                </c:pt>
                <c:pt idx="213">
                  <c:v>64.494283822324704</c:v>
                </c:pt>
                <c:pt idx="214">
                  <c:v>63.909435760232803</c:v>
                </c:pt>
                <c:pt idx="215">
                  <c:v>63.326086305097803</c:v>
                </c:pt>
                <c:pt idx="216">
                  <c:v>62.745688257837699</c:v>
                </c:pt>
                <c:pt idx="217">
                  <c:v>62.169566159265401</c:v>
                </c:pt>
                <c:pt idx="218">
                  <c:v>61.598916501952097</c:v>
                </c:pt>
                <c:pt idx="219">
                  <c:v>61.034808602571701</c:v>
                </c:pt>
                <c:pt idx="220">
                  <c:v>60.478186109434098</c:v>
                </c:pt>
                <c:pt idx="221">
                  <c:v>59.929869116071899</c:v>
                </c:pt>
                <c:pt idx="222">
                  <c:v>59.390556847844003</c:v>
                </c:pt>
                <c:pt idx="223">
                  <c:v>58.860830884734803</c:v>
                </c:pt>
                <c:pt idx="224">
                  <c:v>58.341158880019897</c:v>
                </c:pt>
                <c:pt idx="225">
                  <c:v>57.831898731361001</c:v>
                </c:pt>
                <c:pt idx="226">
                  <c:v>57.333303158282199</c:v>
                </c:pt>
                <c:pt idx="227">
                  <c:v>56.845524637950703</c:v>
                </c:pt>
                <c:pt idx="228">
                  <c:v>56.368620649763301</c:v>
                </c:pt>
                <c:pt idx="229">
                  <c:v>55.902559178463797</c:v>
                </c:pt>
                <c:pt idx="230">
                  <c:v>55.447224425364297</c:v>
                </c:pt>
                <c:pt idx="231">
                  <c:v>55.002422677708601</c:v>
                </c:pt>
                <c:pt idx="232">
                  <c:v>54.567888287246099</c:v>
                </c:pt>
                <c:pt idx="233">
                  <c:v>54.1432897106369</c:v>
                </c:pt>
                <c:pt idx="234">
                  <c:v>53.728235566321104</c:v>
                </c:pt>
                <c:pt idx="235">
                  <c:v>53.3222806648904</c:v>
                </c:pt>
                <c:pt idx="236">
                  <c:v>52.924931972733198</c:v>
                </c:pt>
                <c:pt idx="237">
                  <c:v>52.535654471716498</c:v>
                </c:pt>
                <c:pt idx="238">
                  <c:v>52.153876880847399</c:v>
                </c:pt>
                <c:pt idx="239">
                  <c:v>51.778997209174101</c:v>
                </c:pt>
                <c:pt idx="240">
                  <c:v>51.410388112567297</c:v>
                </c:pt>
                <c:pt idx="241">
                  <c:v>51.047402030425999</c:v>
                </c:pt>
                <c:pt idx="242">
                  <c:v>50.689376081731297</c:v>
                </c:pt>
                <c:pt idx="243">
                  <c:v>50.335636703176398</c:v>
                </c:pt>
                <c:pt idx="244">
                  <c:v>49.985504015310603</c:v>
                </c:pt>
                <c:pt idx="245">
                  <c:v>49.638295905716099</c:v>
                </c:pt>
                <c:pt idx="246">
                  <c:v>49.293331821158098</c:v>
                </c:pt>
                <c:pt idx="247">
                  <c:v>48.949936263412297</c:v>
                </c:pt>
                <c:pt idx="248">
                  <c:v>48.607441986047398</c:v>
                </c:pt>
                <c:pt idx="249">
                  <c:v>48.265192891826899</c:v>
                </c:pt>
                <c:pt idx="250">
                  <c:v>47.922546632588002</c:v>
                </c:pt>
                <c:pt idx="251">
                  <c:v>47.578876915447601</c:v>
                </c:pt>
                <c:pt idx="252">
                  <c:v>47.233575520984402</c:v>
                </c:pt>
                <c:pt idx="253">
                  <c:v>46.886054040650002</c:v>
                </c:pt>
                <c:pt idx="254">
                  <c:v>46.5357453420756</c:v>
                </c:pt>
                <c:pt idx="255">
                  <c:v>46.182104772175002</c:v>
                </c:pt>
                <c:pt idx="256">
                  <c:v>45.824611108994503</c:v>
                </c:pt>
                <c:pt idx="257">
                  <c:v>45.462767274152696</c:v>
                </c:pt>
                <c:pt idx="258">
                  <c:v>45.096100818433897</c:v>
                </c:pt>
                <c:pt idx="259">
                  <c:v>44.724164193676202</c:v>
                </c:pt>
                <c:pt idx="260">
                  <c:v>44.346534824530899</c:v>
                </c:pt>
                <c:pt idx="261">
                  <c:v>43.962814993966198</c:v>
                </c:pt>
                <c:pt idx="262">
                  <c:v>43.572631556572098</c:v>
                </c:pt>
                <c:pt idx="263">
                  <c:v>43.1756354937854</c:v>
                </c:pt>
                <c:pt idx="264">
                  <c:v>42.771501325118898</c:v>
                </c:pt>
                <c:pt idx="265">
                  <c:v>42.359926389346199</c:v>
                </c:pt>
                <c:pt idx="266">
                  <c:v>41.940630009377898</c:v>
                </c:pt>
                <c:pt idx="267">
                  <c:v>41.513352554274903</c:v>
                </c:pt>
                <c:pt idx="268">
                  <c:v>41.077854411483401</c:v>
                </c:pt>
                <c:pt idx="269">
                  <c:v>40.6339148819632</c:v>
                </c:pt>
                <c:pt idx="270">
                  <c:v>40.181331010409401</c:v>
                </c:pt>
                <c:pt idx="271">
                  <c:v>39.719916362261102</c:v>
                </c:pt>
                <c:pt idx="272">
                  <c:v>39.249499758643097</c:v>
                </c:pt>
                <c:pt idx="273">
                  <c:v>38.769923979811303</c:v>
                </c:pt>
                <c:pt idx="274">
                  <c:v>38.281044447077797</c:v>
                </c:pt>
                <c:pt idx="275">
                  <c:v>37.782727892576503</c:v>
                </c:pt>
                <c:pt idx="276">
                  <c:v>37.274851025604299</c:v>
                </c:pt>
                <c:pt idx="277">
                  <c:v>36.757299203647001</c:v>
                </c:pt>
                <c:pt idx="278">
                  <c:v>36.229965115560901</c:v>
                </c:pt>
                <c:pt idx="279">
                  <c:v>35.692747483757898</c:v>
                </c:pt>
                <c:pt idx="280">
                  <c:v>35.145549791616901</c:v>
                </c:pt>
                <c:pt idx="281">
                  <c:v>34.588279041732598</c:v>
                </c:pt>
                <c:pt idx="282">
                  <c:v>34.020844550015902</c:v>
                </c:pt>
                <c:pt idx="283">
                  <c:v>33.443156780075903</c:v>
                </c:pt>
                <c:pt idx="284">
                  <c:v>32.855126221751497</c:v>
                </c:pt>
                <c:pt idx="285">
                  <c:v>32.256662317114802</c:v>
                </c:pt>
                <c:pt idx="286">
                  <c:v>31.6476724367526</c:v>
                </c:pt>
                <c:pt idx="287">
                  <c:v>31.028060908629001</c:v>
                </c:pt>
                <c:pt idx="288">
                  <c:v>30.3977281013692</c:v>
                </c:pt>
                <c:pt idx="289">
                  <c:v>29.756569563351501</c:v>
                </c:pt>
                <c:pt idx="290">
                  <c:v>29.104475218586099</c:v>
                </c:pt>
                <c:pt idx="291">
                  <c:v>28.441328619964001</c:v>
                </c:pt>
                <c:pt idx="292">
                  <c:v>27.767006260101802</c:v>
                </c:pt>
                <c:pt idx="293">
                  <c:v>27.081376939679501</c:v>
                </c:pt>
                <c:pt idx="294">
                  <c:v>26.384301192861901</c:v>
                </c:pt>
                <c:pt idx="295">
                  <c:v>25.6756307691277</c:v>
                </c:pt>
                <c:pt idx="296">
                  <c:v>24.955208170581699</c:v>
                </c:pt>
                <c:pt idx="297">
                  <c:v>24.222866243616998</c:v>
                </c:pt>
                <c:pt idx="298">
                  <c:v>23.478427823604999</c:v>
                </c:pt>
                <c:pt idx="299">
                  <c:v>22.721705431136499</c:v>
                </c:pt>
                <c:pt idx="300">
                  <c:v>21.952501018206199</c:v>
                </c:pt>
                <c:pt idx="301">
                  <c:v>21.170605762634299</c:v>
                </c:pt>
                <c:pt idx="302">
                  <c:v>20.375799908938198</c:v>
                </c:pt>
                <c:pt idx="303">
                  <c:v>19.567852653823799</c:v>
                </c:pt>
                <c:pt idx="304">
                  <c:v>18.7465220744356</c:v>
                </c:pt>
                <c:pt idx="305">
                  <c:v>17.911555097507101</c:v>
                </c:pt>
                <c:pt idx="306">
                  <c:v>17.062687507574399</c:v>
                </c:pt>
                <c:pt idx="307">
                  <c:v>16.199643992458999</c:v>
                </c:pt>
                <c:pt idx="308">
                  <c:v>15.322138224293299</c:v>
                </c:pt>
                <c:pt idx="309">
                  <c:v>14.4298729744452</c:v>
                </c:pt>
                <c:pt idx="310">
                  <c:v>13.522540260806201</c:v>
                </c:pt>
                <c:pt idx="311">
                  <c:v>12.5998215260261</c:v>
                </c:pt>
                <c:pt idx="312">
                  <c:v>11.6613878454214</c:v>
                </c:pt>
                <c:pt idx="313">
                  <c:v>10.7069001634374</c:v>
                </c:pt>
                <c:pt idx="314">
                  <c:v>9.5753477740426902</c:v>
                </c:pt>
                <c:pt idx="315">
                  <c:v>8.4291183149728202</c:v>
                </c:pt>
                <c:pt idx="316">
                  <c:v>7.3055728033999801</c:v>
                </c:pt>
                <c:pt idx="317">
                  <c:v>6.2081946982644798</c:v>
                </c:pt>
                <c:pt idx="318">
                  <c:v>5.1401667802266298</c:v>
                </c:pt>
                <c:pt idx="319">
                  <c:v>4.1043751027870998</c:v>
                </c:pt>
                <c:pt idx="320">
                  <c:v>3.1034141362030301</c:v>
                </c:pt>
                <c:pt idx="321">
                  <c:v>2.1395929973365</c:v>
                </c:pt>
                <c:pt idx="322">
                  <c:v>1.2149426575954501</c:v>
                </c:pt>
                <c:pt idx="323">
                  <c:v>0.33122402073943003</c:v>
                </c:pt>
                <c:pt idx="324">
                  <c:v>-0.510063237289344</c:v>
                </c:pt>
                <c:pt idx="325">
                  <c:v>-1.3076711730661399</c:v>
                </c:pt>
                <c:pt idx="326">
                  <c:v>-2.0605935292396902</c:v>
                </c:pt>
                <c:pt idx="327">
                  <c:v>-2.76805523808678</c:v>
                </c:pt>
                <c:pt idx="328">
                  <c:v>-3.4295015721228501</c:v>
                </c:pt>
                <c:pt idx="329">
                  <c:v>-4.04458703392008</c:v>
                </c:pt>
                <c:pt idx="330">
                  <c:v>-4.6131640716675797</c:v>
                </c:pt>
                <c:pt idx="331">
                  <c:v>-5.1352717008112698</c:v>
                </c:pt>
                <c:pt idx="332">
                  <c:v>-5.6111241054733698</c:v>
                </c:pt>
                <c:pt idx="333">
                  <c:v>-6.0410992864175199</c:v>
                </c:pt>
                <c:pt idx="334">
                  <c:v>-6.4257278152386101</c:v>
                </c:pt>
                <c:pt idx="335">
                  <c:v>-6.7656817473498796</c:v>
                </c:pt>
                <c:pt idx="336">
                  <c:v>-7.0617637393393196</c:v>
                </c:pt>
                <c:pt idx="337">
                  <c:v>-7.3148964094820998</c:v>
                </c:pt>
                <c:pt idx="338">
                  <c:v>-7.52611197372</c:v>
                </c:pt>
                <c:pt idx="339">
                  <c:v>-7.69654218333143</c:v>
                </c:pt>
                <c:pt idx="340">
                  <c:v>-7.8274085848755899</c:v>
                </c:pt>
                <c:pt idx="341">
                  <c:v>-7.92001311784749</c:v>
                </c:pt>
                <c:pt idx="342">
                  <c:v>-7.9757290608540599</c:v>
                </c:pt>
                <c:pt idx="343">
                  <c:v>-7.9959923330298501</c:v>
                </c:pt>
                <c:pt idx="344">
                  <c:v>-7.98229315385462</c:v>
                </c:pt>
                <c:pt idx="345">
                  <c:v>-7.9361680615041204</c:v>
                </c:pt>
                <c:pt idx="346">
                  <c:v>-7.8591922873390301</c:v>
                </c:pt>
                <c:pt idx="347">
                  <c:v>-7.7529724820878299</c:v>
                </c:pt>
                <c:pt idx="348">
                  <c:v>-7.6191397876734799</c:v>
                </c:pt>
                <c:pt idx="349">
                  <c:v>-7.4593432474312698</c:v>
                </c:pt>
                <c:pt idx="350">
                  <c:v>-7.2752435466259104</c:v>
                </c:pt>
                <c:pt idx="351">
                  <c:v>-7.0685070746551499</c:v>
                </c:pt>
                <c:pt idx="352">
                  <c:v>-6.8408003000809403</c:v>
                </c:pt>
                <c:pt idx="353">
                  <c:v>-6.5937844496142697</c:v>
                </c:pt>
                <c:pt idx="354">
                  <c:v>-6.32911048235301</c:v>
                </c:pt>
                <c:pt idx="355">
                  <c:v>-6.0484143508933599</c:v>
                </c:pt>
                <c:pt idx="356">
                  <c:v>-5.7533125413672304</c:v>
                </c:pt>
                <c:pt idx="357">
                  <c:v>-5.4453978849638398</c:v>
                </c:pt>
                <c:pt idx="358">
                  <c:v>-5.1262356340443302</c:v>
                </c:pt>
                <c:pt idx="359">
                  <c:v>-4.7973597965229899</c:v>
                </c:pt>
                <c:pt idx="360">
                  <c:v>-4.4602697227453403</c:v>
                </c:pt>
                <c:pt idx="361">
                  <c:v>-4.1164269396189397</c:v>
                </c:pt>
                <c:pt idx="362">
                  <c:v>-3.7672522272323499</c:v>
                </c:pt>
                <c:pt idx="363">
                  <c:v>-3.4141229336154701</c:v>
                </c:pt>
                <c:pt idx="364">
                  <c:v>-3.0583705236420098</c:v>
                </c:pt>
                <c:pt idx="365">
                  <c:v>-2.7012783583435702</c:v>
                </c:pt>
                <c:pt idx="366">
                  <c:v>-2.3440797010921002</c:v>
                </c:pt>
                <c:pt idx="367">
                  <c:v>-1.9879559472102699</c:v>
                </c:pt>
                <c:pt idx="368">
                  <c:v>-1.63403507359058</c:v>
                </c:pt>
                <c:pt idx="369">
                  <c:v>-1.2833903048449999</c:v>
                </c:pt>
                <c:pt idx="370">
                  <c:v>-0.93703899237410104</c:v>
                </c:pt>
                <c:pt idx="371">
                  <c:v>-0.59594170254412004</c:v>
                </c:pt>
                <c:pt idx="372">
                  <c:v>-0.26100150989925103</c:v>
                </c:pt>
                <c:pt idx="373" formatCode="0.00E+00">
                  <c:v>6.6936508975364198E-2</c:v>
                </c:pt>
                <c:pt idx="374">
                  <c:v>0.38708558567871498</c:v>
                </c:pt>
                <c:pt idx="375">
                  <c:v>0.69871737943221801</c:v>
                </c:pt>
                <c:pt idx="376">
                  <c:v>1.0011619112653201</c:v>
                </c:pt>
                <c:pt idx="377">
                  <c:v>1.2938073189041801</c:v>
                </c:pt>
                <c:pt idx="378">
                  <c:v>1.5760994387442899</c:v>
                </c:pt>
                <c:pt idx="379">
                  <c:v>1.8475412217074201</c:v>
                </c:pt>
                <c:pt idx="380">
                  <c:v>2.1076919901891502</c:v>
                </c:pt>
                <c:pt idx="381">
                  <c:v>2.3561665436875199</c:v>
                </c:pt>
                <c:pt idx="382">
                  <c:v>2.5926341210599801</c:v>
                </c:pt>
                <c:pt idx="383">
                  <c:v>2.8168172276785199</c:v>
                </c:pt>
                <c:pt idx="384">
                  <c:v>3.02849033603683</c:v>
                </c:pt>
                <c:pt idx="385">
                  <c:v>3.2274784686053701</c:v>
                </c:pt>
                <c:pt idx="386">
                  <c:v>3.4136556719265299</c:v>
                </c:pt>
                <c:pt idx="387">
                  <c:v>3.5869433910910602</c:v>
                </c:pt>
                <c:pt idx="388">
                  <c:v>3.7473087538377499</c:v>
                </c:pt>
                <c:pt idx="389">
                  <c:v>3.89476277357043</c:v>
                </c:pt>
                <c:pt idx="390">
                  <c:v>4.0293584805897096</c:v>
                </c:pt>
                <c:pt idx="391">
                  <c:v>4.1511889907937896</c:v>
                </c:pt>
                <c:pt idx="392">
                  <c:v>4.2603855210135197</c:v>
                </c:pt>
                <c:pt idx="393">
                  <c:v>4.3571153600148902</c:v>
                </c:pt>
                <c:pt idx="394">
                  <c:v>4.4415798040291197</c:v>
                </c:pt>
                <c:pt idx="395">
                  <c:v>4.5140120654603901</c:v>
                </c:pt>
                <c:pt idx="396">
                  <c:v>4.5746751631758604</c:v>
                </c:pt>
                <c:pt idx="397">
                  <c:v>4.6238598025067903</c:v>
                </c:pt>
                <c:pt idx="398">
                  <c:v>4.6618822527856798</c:v>
                </c:pt>
                <c:pt idx="399">
                  <c:v>4.68908222991627</c:v>
                </c:pt>
                <c:pt idx="400">
                  <c:v>4.7058207911249603</c:v>
                </c:pt>
                <c:pt idx="401">
                  <c:v>4.7124782486759003</c:v>
                </c:pt>
                <c:pt idx="402">
                  <c:v>4.7094521089526804</c:v>
                </c:pt>
                <c:pt idx="403">
                  <c:v>4.6971550429189604</c:v>
                </c:pt>
                <c:pt idx="404">
                  <c:v>4.6760128935721399</c:v>
                </c:pt>
                <c:pt idx="405">
                  <c:v>4.6464627256017597</c:v>
                </c:pt>
                <c:pt idx="406">
                  <c:v>4.6089509220587903</c:v>
                </c:pt>
                <c:pt idx="407">
                  <c:v>4.5639313324378099</c:v>
                </c:pt>
                <c:pt idx="408">
                  <c:v>4.5118634761717598</c:v>
                </c:pt>
                <c:pt idx="409">
                  <c:v>4.4532108051417296</c:v>
                </c:pt>
                <c:pt idx="410">
                  <c:v>4.3884390284133001</c:v>
                </c:pt>
                <c:pt idx="411">
                  <c:v>4.3180145020284</c:v>
                </c:pt>
                <c:pt idx="412">
                  <c:v>4.2424026863082096</c:v>
                </c:pt>
                <c:pt idx="413">
                  <c:v>4.16206667276077</c:v>
                </c:pt>
                <c:pt idx="414">
                  <c:v>4.0774657823364802</c:v>
                </c:pt>
                <c:pt idx="415">
                  <c:v>3.9890542364371502</c:v>
                </c:pt>
                <c:pt idx="416">
                  <c:v>3.8972799017608999</c:v>
                </c:pt>
                <c:pt idx="417">
                  <c:v>3.8025831097551999</c:v>
                </c:pt>
                <c:pt idx="418">
                  <c:v>3.7053955511561001</c:v>
                </c:pt>
                <c:pt idx="419">
                  <c:v>3.6061392458117698</c:v>
                </c:pt>
                <c:pt idx="420">
                  <c:v>3.5052255877243499</c:v>
                </c:pt>
                <c:pt idx="421">
                  <c:v>3.4030544649952499</c:v>
                </c:pt>
                <c:pt idx="422">
                  <c:v>3.3000134541259598</c:v>
                </c:pt>
                <c:pt idx="423">
                  <c:v>3.1964770879083901</c:v>
                </c:pt>
                <c:pt idx="424">
                  <c:v>3.0928061959365998</c:v>
                </c:pt>
                <c:pt idx="425">
                  <c:v>2.9893473165842401</c:v>
                </c:pt>
                <c:pt idx="426">
                  <c:v>2.8864321791196201</c:v>
                </c:pt>
                <c:pt idx="427">
                  <c:v>2.7843772544723899</c:v>
                </c:pt>
                <c:pt idx="428">
                  <c:v>2.6834833730218901</c:v>
                </c:pt>
                <c:pt idx="429">
                  <c:v>2.5840354076471201</c:v>
                </c:pt>
                <c:pt idx="430">
                  <c:v>2.4863020201611801</c:v>
                </c:pt>
                <c:pt idx="431">
                  <c:v>2.39053546914896</c:v>
                </c:pt>
                <c:pt idx="432">
                  <c:v>2.2969714771346901</c:v>
                </c:pt>
                <c:pt idx="433">
                  <c:v>2.2058291549253601</c:v>
                </c:pt>
                <c:pt idx="434">
                  <c:v>2.1173109809069599</c:v>
                </c:pt>
                <c:pt idx="435">
                  <c:v>2.0316028330111999</c:v>
                </c:pt>
                <c:pt idx="436">
                  <c:v>1.9488740710216199</c:v>
                </c:pt>
                <c:pt idx="437">
                  <c:v>1.86927766684831</c:v>
                </c:pt>
                <c:pt idx="438">
                  <c:v>1.7929503803696301</c:v>
                </c:pt>
                <c:pt idx="439">
                  <c:v>1.7200129784165199</c:v>
                </c:pt>
                <c:pt idx="440">
                  <c:v>1.6505704944602</c:v>
                </c:pt>
                <c:pt idx="441">
                  <c:v>1.5847125265564399</c:v>
                </c:pt>
                <c:pt idx="442">
                  <c:v>1.52251357109804</c:v>
                </c:pt>
                <c:pt idx="443">
                  <c:v>1.46403338993279</c:v>
                </c:pt>
                <c:pt idx="444">
                  <c:v>1.4093174084148099</c:v>
                </c:pt>
                <c:pt idx="445">
                  <c:v>1.35839714197342</c:v>
                </c:pt>
                <c:pt idx="446">
                  <c:v>1.3112906488049101</c:v>
                </c:pt>
                <c:pt idx="447">
                  <c:v>1.2680030063185601</c:v>
                </c:pt>
                <c:pt idx="448">
                  <c:v>1.2285268089980299</c:v>
                </c:pt>
                <c:pt idx="449">
                  <c:v>1.19284268537364</c:v>
                </c:pt>
                <c:pt idx="450">
                  <c:v>1.1609198318385701</c:v>
                </c:pt>
                <c:pt idx="451">
                  <c:v>1.13271656108347</c:v>
                </c:pt>
                <c:pt idx="452">
                  <c:v>1.1081808629682699</c:v>
                </c:pt>
                <c:pt idx="453">
                  <c:v>1.0872509756977</c:v>
                </c:pt>
                <c:pt idx="454">
                  <c:v>1.0698559652173001</c:v>
                </c:pt>
                <c:pt idx="455">
                  <c:v>1.0559163107999601</c:v>
                </c:pt>
                <c:pt idx="456">
                  <c:v>1.0453444948485899</c:v>
                </c:pt>
                <c:pt idx="457">
                  <c:v>1.0380455949990099</c:v>
                </c:pt>
                <c:pt idx="458">
                  <c:v>1.0339178766672501</c:v>
                </c:pt>
                <c:pt idx="459">
                  <c:v>1.0328533842485801</c:v>
                </c:pt>
                <c:pt idx="460">
                  <c:v>1.0347385292401701</c:v>
                </c:pt>
                <c:pt idx="461">
                  <c:v>1.03945467362648</c:v>
                </c:pt>
                <c:pt idx="462">
                  <c:v>1.0468787069349701</c:v>
                </c:pt>
                <c:pt idx="463">
                  <c:v>1.05688361544067</c:v>
                </c:pt>
                <c:pt idx="464">
                  <c:v>1.0693390420702999</c:v>
                </c:pt>
                <c:pt idx="465">
                  <c:v>1.0841118356306501</c:v>
                </c:pt>
                <c:pt idx="466">
                  <c:v>1.1010665880615</c:v>
                </c:pt>
                <c:pt idx="467">
                  <c:v>1.1200661584898</c:v>
                </c:pt>
                <c:pt idx="468">
                  <c:v>1.14097218294015</c:v>
                </c:pt>
                <c:pt idx="469">
                  <c:v>1.1636455686354199</c:v>
                </c:pt>
                <c:pt idx="470">
                  <c:v>1.18794697190137</c:v>
                </c:pt>
                <c:pt idx="471">
                  <c:v>1.2137372587696</c:v>
                </c:pt>
                <c:pt idx="472">
                  <c:v>1.24087794745447</c:v>
                </c:pt>
                <c:pt idx="473">
                  <c:v>1.26923163196096</c:v>
                </c:pt>
                <c:pt idx="474">
                  <c:v>1.2986623861620901</c:v>
                </c:pt>
                <c:pt idx="475">
                  <c:v>1.32903614776595</c:v>
                </c:pt>
                <c:pt idx="476">
                  <c:v>1.36022108167361</c:v>
                </c:pt>
                <c:pt idx="477">
                  <c:v>1.3920879223098801</c:v>
                </c:pt>
                <c:pt idx="478">
                  <c:v>1.4245102945885</c:v>
                </c:pt>
                <c:pt idx="479">
                  <c:v>1.4573650132526399</c:v>
                </c:pt>
                <c:pt idx="480">
                  <c:v>1.49053236040868</c:v>
                </c:pt>
                <c:pt idx="481">
                  <c:v>1.5238963411479001</c:v>
                </c:pt>
                <c:pt idx="482">
                  <c:v>1.5573449172246601</c:v>
                </c:pt>
                <c:pt idx="483">
                  <c:v>1.59077021883271</c:v>
                </c:pt>
                <c:pt idx="484">
                  <c:v>1.62406873459107</c:v>
                </c:pt>
                <c:pt idx="485">
                  <c:v>1.65714147991937</c:v>
                </c:pt>
                <c:pt idx="486">
                  <c:v>1.6898941440478401</c:v>
                </c:pt>
                <c:pt idx="487">
                  <c:v>1.7222372159697501</c:v>
                </c:pt>
                <c:pt idx="488">
                  <c:v>1.7540860897041901</c:v>
                </c:pt>
                <c:pt idx="489">
                  <c:v>1.7853611492934001</c:v>
                </c:pt>
                <c:pt idx="490">
                  <c:v>1.81598783401274</c:v>
                </c:pt>
                <c:pt idx="491">
                  <c:v>1.8458966843213001</c:v>
                </c:pt>
                <c:pt idx="492">
                  <c:v>1.8750233691279701</c:v>
                </c:pt>
                <c:pt idx="493">
                  <c:v>1.90330869499082</c:v>
                </c:pt>
                <c:pt idx="494">
                  <c:v>1.93069859790715</c:v>
                </c:pt>
                <c:pt idx="495">
                  <c:v>1.9571441183877201</c:v>
                </c:pt>
                <c:pt idx="496">
                  <c:v>1.98260136054015</c:v>
                </c:pt>
                <c:pt idx="497">
                  <c:v>2.0070314359155201</c:v>
                </c:pt>
                <c:pt idx="498">
                  <c:v>2.0304003928965302</c:v>
                </c:pt>
                <c:pt idx="499">
                  <c:v>2.05267913242642</c:v>
                </c:pt>
                <c:pt idx="500">
                  <c:v>2.0738433108954002</c:v>
                </c:pt>
                <c:pt idx="501">
                  <c:v>2.0938732310147601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B03-43F5-9C70-B710252E0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8417008"/>
        <c:axId val="1538410288"/>
      </c:scatterChart>
      <c:valAx>
        <c:axId val="1538417008"/>
        <c:scaling>
          <c:orientation val="minMax"/>
          <c:max val="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time</a:t>
                </a:r>
                <a:r>
                  <a:rPr lang="en-US" baseline="0"/>
                  <a:t> [s]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0288"/>
        <c:crossesAt val="-100"/>
        <c:crossBetween val="midCat"/>
        <c:majorUnit val="1"/>
      </c:valAx>
      <c:valAx>
        <c:axId val="1538410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w [ft/s]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38417008"/>
        <c:crosses val="autoZero"/>
        <c:crossBetween val="midCat"/>
      </c:valAx>
      <c:spPr>
        <a:noFill/>
        <a:ln w="25400"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76AD-5993-3F27-41E3-D3F0B952E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211B15-0CE9-4927-B770-39ACCB93E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015E4-C158-F8A3-F5D1-66B407DA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B9FC-1852-E588-0B73-DB7EA3A62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276E0-90D4-CD47-CD8A-E57BE83C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17EBB-B614-3603-C55F-13C8544B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8FEE7-5DBE-562F-B2CF-61334E9D1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7E76E-CCC9-7921-926D-241BE0B5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10587-2059-F95F-597F-99F72958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91B2D-B9F4-A4D0-C9DC-3450032B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9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8306-257C-96BD-27FB-3EEE0089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2F62A-0033-15D4-97EE-F9D688A8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8BCB7-4AD3-BFE8-60A2-B2571419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D054B-3EED-487E-81C9-E8046572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EEE13-DA14-EF38-84E4-37FFDD7D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9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A260-902F-2555-9C58-1457ECC8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2FAAB-0CCE-FDE4-A6C5-C92AB4684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BBF50-C616-F2DB-EBC7-FAFBD57F1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77849-0F52-864A-6C82-A9802102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A3134-9F71-998D-8E2F-8F0A9F6B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95B5F-61FE-C168-1CDE-555BC86AB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34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2338D-9463-D49C-0FA6-C5C2CDE7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F732-2F37-4CA4-F465-B2ADA62D7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E160A-9AFE-044D-DE0C-F0A5F097F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3BAE3F-67FB-B195-3F8C-BE2C76ED4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D6F97-974F-8489-25BE-2EBCCEFF4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CC68D-734F-18D2-DB1F-183199A88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B9FC35-0675-F85F-598B-3A32DE5E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DAAD4-A3E9-DCAE-ED28-C8566122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8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1C74-C737-A1B5-E0CC-516B1EA54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60B24-A3C5-44DC-86EA-43511DA9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2E89-5C13-656A-5E3D-69D9B495F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2FA4A-E29F-CE7A-183B-2D52574B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20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122F2-095C-4A19-8CCC-796E91DA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CC407-5F61-81CF-ACA3-A9780809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1B4D0-96B3-D272-96F2-DFB8520D2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82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2165-CAA9-B8CE-A980-A453E46F0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5BA3E-809B-3DCC-163E-C78879260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B3993-A9D9-AD0B-C578-002F30582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BB0FE-4D15-F8A0-1CA8-51ECEDFC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226EE-E49C-D206-2AB7-D95F8F23B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74E8C-1C63-1A7C-FA28-364A6300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17FC-3F00-2B7C-75EF-B0948640E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47A28-0EA3-30ED-BDA6-E1A7AA280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52379-E9BE-8AE2-1486-1099B41B7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52863-1C6E-994C-C9B9-6B3E632A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6E33E-A686-8A49-97A8-968B290E1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BF066-649D-851F-97C0-7B91E5BE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3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387A-B876-4D31-83B6-43635014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CAE9A-3453-4AEA-5FE8-5ACF5A3EF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F30C-B771-1559-633F-802DB1A4A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2A494-028E-3743-57CA-5117E25E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048D1-B019-032B-6C79-9E4E83309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5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3FD33-AE1A-6103-D3BF-52D391C43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F282E-F86A-2CD4-47CB-37F41CAEF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819D6-3987-0B6C-35F0-C8F5B6FA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50183-2063-3776-912C-5BA155AA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C7EF4-B51F-A2C1-B065-AF989168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791B53-EFF8-A1A1-E592-010F53A9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62B89-2A77-06BE-237D-601C2EF83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C142D-9FEF-7713-B23B-52FB01D98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AE593-9F95-25A3-B49D-0DAC2BD43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0C964-7D3B-9234-B80F-10E6527AF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8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7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lane on tarmac">
            <a:extLst>
              <a:ext uri="{FF2B5EF4-FFF2-40B4-BE49-F238E27FC236}">
                <a16:creationId xmlns:a16="http://schemas.microsoft.com/office/drawing/2014/main" id="{B3368C5E-EA7C-CA44-3311-ECB617C1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00" r="-1" b="-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6E343D-A4BE-7ECE-3DAE-55D64AE34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8556" y="3945578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Landing Gear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B2B02-9214-C63D-F520-CB2F20630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Jeremiah Goates</a:t>
            </a:r>
          </a:p>
        </p:txBody>
      </p:sp>
    </p:spTree>
    <p:extLst>
      <p:ext uri="{BB962C8B-B14F-4D97-AF65-F5344CB8AC3E}">
        <p14:creationId xmlns:p14="http://schemas.microsoft.com/office/powerpoint/2010/main" val="2716825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B8774BA-3C4B-C785-1C93-E9687769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19" y="23519"/>
            <a:ext cx="9894612" cy="1325563"/>
          </a:xfrm>
        </p:spPr>
        <p:txBody>
          <a:bodyPr>
            <a:normAutofit/>
          </a:bodyPr>
          <a:lstStyle/>
          <a:p>
            <a:r>
              <a:rPr lang="en-US" sz="3200" dirty="0"/>
              <a:t>Landing gear modelled as parallel spring-damper system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F128D97-2B27-BDC4-ADEA-E3C653729B9C}"/>
              </a:ext>
            </a:extLst>
          </p:cNvPr>
          <p:cNvGrpSpPr/>
          <p:nvPr/>
        </p:nvGrpSpPr>
        <p:grpSpPr>
          <a:xfrm>
            <a:off x="7786143" y="1568588"/>
            <a:ext cx="3074509" cy="3114675"/>
            <a:chOff x="7878413" y="1466850"/>
            <a:chExt cx="2306987" cy="293449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5D23A66-2A1D-9737-C185-67EBB7285536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1466850"/>
              <a:ext cx="0" cy="6477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961886-A2B6-35A0-85C6-8CB4B00BB9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6250" y="2114550"/>
              <a:ext cx="8953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E548E50-7DC8-F951-332F-24179C50D3E8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2114550"/>
              <a:ext cx="9271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B30A809-84FF-11C9-3EBD-7DC52DBD5731}"/>
                </a:ext>
              </a:extLst>
            </p:cNvPr>
            <p:cNvSpPr/>
            <p:nvPr/>
          </p:nvSpPr>
          <p:spPr>
            <a:xfrm>
              <a:off x="9652000" y="2520950"/>
              <a:ext cx="533400" cy="908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FB23F35-FC60-5F7D-F09B-67BB48CBE1B1}"/>
                </a:ext>
              </a:extLst>
            </p:cNvPr>
            <p:cNvCxnSpPr>
              <a:endCxn id="22" idx="0"/>
            </p:cNvCxnSpPr>
            <p:nvPr/>
          </p:nvCxnSpPr>
          <p:spPr>
            <a:xfrm>
              <a:off x="9918700" y="2114550"/>
              <a:ext cx="0" cy="406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2FAD2A-070A-126C-A8EE-2EF20F381C97}"/>
                </a:ext>
              </a:extLst>
            </p:cNvPr>
            <p:cNvCxnSpPr>
              <a:cxnSpLocks/>
            </p:cNvCxnSpPr>
            <p:nvPr/>
          </p:nvCxnSpPr>
          <p:spPr>
            <a:xfrm>
              <a:off x="8096250" y="2114550"/>
              <a:ext cx="0" cy="4560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9082953-816B-7BD9-4C98-31B1E92618F7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3867944"/>
              <a:ext cx="0" cy="533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AD8D9C7-9499-6C03-EA72-44EA53B1BBAB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3867944"/>
              <a:ext cx="9271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7137D10-C1F1-6FFF-C84A-59EE6BBA232E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9918700" y="3428998"/>
              <a:ext cx="0" cy="438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536A9D1-4147-B8B8-5248-A232B8BD306C}"/>
                </a:ext>
              </a:extLst>
            </p:cNvPr>
            <p:cNvCxnSpPr>
              <a:cxnSpLocks/>
            </p:cNvCxnSpPr>
            <p:nvPr/>
          </p:nvCxnSpPr>
          <p:spPr>
            <a:xfrm>
              <a:off x="7886700" y="2647950"/>
              <a:ext cx="431800" cy="13335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4153B2-615E-23D6-18DE-DFD811963B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0350" y="2781300"/>
              <a:ext cx="409808" cy="773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420E2B3-B601-A9D1-322E-13647EC36075}"/>
                </a:ext>
              </a:extLst>
            </p:cNvPr>
            <p:cNvCxnSpPr>
              <a:cxnSpLocks/>
            </p:cNvCxnSpPr>
            <p:nvPr/>
          </p:nvCxnSpPr>
          <p:spPr>
            <a:xfrm>
              <a:off x="7880350" y="2857897"/>
              <a:ext cx="431800" cy="13335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0D4EA33-4C7A-D81A-6F2C-6829F7725004}"/>
                </a:ext>
              </a:extLst>
            </p:cNvPr>
            <p:cNvCxnSpPr>
              <a:cxnSpLocks/>
            </p:cNvCxnSpPr>
            <p:nvPr/>
          </p:nvCxnSpPr>
          <p:spPr>
            <a:xfrm>
              <a:off x="7878413" y="3067844"/>
              <a:ext cx="431800" cy="13335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6A0D219-85AA-A73E-4D92-582BBFE303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9409" y="2990484"/>
              <a:ext cx="409808" cy="773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30DB69E-31F3-DEA7-A94A-52B803794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8459" y="3205652"/>
              <a:ext cx="409808" cy="77360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595E559-6FF8-C151-E7FE-E798D5FDA4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8459" y="2570590"/>
              <a:ext cx="187791" cy="64828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A5A6ECC-0FF4-BE88-0E9B-3484C76C5D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6250" y="3867944"/>
              <a:ext cx="8953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42978B62-504C-A1DD-7F36-550C8A4EF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6250" y="3356005"/>
              <a:ext cx="0" cy="511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717B9D7-7BD6-D082-9C19-061149CB5778}"/>
                </a:ext>
              </a:extLst>
            </p:cNvPr>
            <p:cNvCxnSpPr>
              <a:cxnSpLocks/>
            </p:cNvCxnSpPr>
            <p:nvPr/>
          </p:nvCxnSpPr>
          <p:spPr>
            <a:xfrm>
              <a:off x="7921159" y="3283012"/>
              <a:ext cx="176795" cy="72597"/>
            </a:xfrm>
            <a:prstGeom prst="line">
              <a:avLst/>
            </a:prstGeom>
            <a:ln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767E12-986A-E70E-82D2-95F858398773}"/>
                  </a:ext>
                </a:extLst>
              </p:cNvPr>
              <p:cNvSpPr txBox="1"/>
              <p:nvPr/>
            </p:nvSpPr>
            <p:spPr>
              <a:xfrm>
                <a:off x="2167533" y="1944079"/>
                <a:ext cx="3824931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Δ</m:t>
                      </m:r>
                      <m:acc>
                        <m:accPr>
                          <m:chr m:val="̇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en-US" sz="3600" b="0" dirty="0"/>
              </a:p>
              <a:p>
                <a:endParaRPr lang="en-US" sz="3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767E12-986A-E70E-82D2-95F858398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533" y="1944079"/>
                <a:ext cx="3824931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E798E40-440C-96A8-61ED-BB4C4C0AD8A8}"/>
                  </a:ext>
                </a:extLst>
              </p:cNvPr>
              <p:cNvSpPr txBox="1"/>
              <p:nvPr/>
            </p:nvSpPr>
            <p:spPr>
              <a:xfrm>
                <a:off x="10277631" y="2957543"/>
                <a:ext cx="4551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E798E40-440C-96A8-61ED-BB4C4C0AD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631" y="2957543"/>
                <a:ext cx="4551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E9477A9-0E78-024D-0B45-84494C67CDCC}"/>
                  </a:ext>
                </a:extLst>
              </p:cNvPr>
              <p:cNvSpPr txBox="1"/>
              <p:nvPr/>
            </p:nvSpPr>
            <p:spPr>
              <a:xfrm>
                <a:off x="7316703" y="2984646"/>
                <a:ext cx="4316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E9477A9-0E78-024D-0B45-84494C67C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6703" y="2984646"/>
                <a:ext cx="4316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786E88A-3384-CD45-7B2E-8F0B9FE479EE}"/>
                  </a:ext>
                </a:extLst>
              </p:cNvPr>
              <p:cNvSpPr txBox="1"/>
              <p:nvPr/>
            </p:nvSpPr>
            <p:spPr>
              <a:xfrm>
                <a:off x="7692484" y="5900085"/>
                <a:ext cx="9305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786E88A-3384-CD45-7B2E-8F0B9FE47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2484" y="5900085"/>
                <a:ext cx="9305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97B3D5-9E78-3F72-60C5-EFE2CD14AD5C}"/>
              </a:ext>
            </a:extLst>
          </p:cNvPr>
          <p:cNvCxnSpPr>
            <a:cxnSpLocks/>
          </p:cNvCxnSpPr>
          <p:nvPr/>
        </p:nvCxnSpPr>
        <p:spPr>
          <a:xfrm>
            <a:off x="6777729" y="6585909"/>
            <a:ext cx="4137825" cy="0"/>
          </a:xfrm>
          <a:prstGeom prst="line">
            <a:avLst/>
          </a:prstGeom>
          <a:ln>
            <a:solidFill>
              <a:schemeClr val="tx1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A04E666-B96B-5FF5-4DD5-688171D31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0860" y="3125925"/>
            <a:ext cx="3267075" cy="311467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FE45FF8-4E40-DDBE-9C9C-04CFC29C09A0}"/>
              </a:ext>
            </a:extLst>
          </p:cNvPr>
          <p:cNvCxnSpPr>
            <a:cxnSpLocks/>
          </p:cNvCxnSpPr>
          <p:nvPr/>
        </p:nvCxnSpPr>
        <p:spPr>
          <a:xfrm flipV="1">
            <a:off x="8496260" y="5511816"/>
            <a:ext cx="0" cy="10740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A8AF0-AB60-F9E3-7DC6-FF46A118900E}"/>
              </a:ext>
            </a:extLst>
          </p:cNvPr>
          <p:cNvSpPr/>
          <p:nvPr/>
        </p:nvSpPr>
        <p:spPr>
          <a:xfrm>
            <a:off x="8789906" y="4683263"/>
            <a:ext cx="959549" cy="8285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A56BF5-3D4B-9921-EC28-599510853F29}"/>
              </a:ext>
            </a:extLst>
          </p:cNvPr>
          <p:cNvCxnSpPr>
            <a:cxnSpLocks/>
          </p:cNvCxnSpPr>
          <p:nvPr/>
        </p:nvCxnSpPr>
        <p:spPr>
          <a:xfrm>
            <a:off x="9267062" y="5097539"/>
            <a:ext cx="0" cy="674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A0F48F-7B78-EBE4-ED43-F8DF5DFEB33E}"/>
                  </a:ext>
                </a:extLst>
              </p:cNvPr>
              <p:cNvSpPr txBox="1"/>
              <p:nvPr/>
            </p:nvSpPr>
            <p:spPr>
              <a:xfrm>
                <a:off x="9224199" y="5556760"/>
                <a:ext cx="5252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acc>
                        <m:accPr>
                          <m:chr m:val="̇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1A0F48F-7B78-EBE4-ED43-F8DF5DFEB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199" y="5556760"/>
                <a:ext cx="525256" cy="369332"/>
              </a:xfrm>
              <a:prstGeom prst="rect">
                <a:avLst/>
              </a:prstGeom>
              <a:blipFill>
                <a:blip r:embed="rId7"/>
                <a:stretch>
                  <a:fillRect r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1A4AA6-7BB8-14CB-B3EC-488F2A6BBB62}"/>
              </a:ext>
            </a:extLst>
          </p:cNvPr>
          <p:cNvCxnSpPr/>
          <p:nvPr/>
        </p:nvCxnSpPr>
        <p:spPr>
          <a:xfrm>
            <a:off x="7629327" y="1568588"/>
            <a:ext cx="338301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260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44FE27-8272-212F-6444-881200B9A92F}"/>
              </a:ext>
            </a:extLst>
          </p:cNvPr>
          <p:cNvCxnSpPr>
            <a:cxnSpLocks/>
          </p:cNvCxnSpPr>
          <p:nvPr/>
        </p:nvCxnSpPr>
        <p:spPr>
          <a:xfrm>
            <a:off x="-596348" y="4408932"/>
            <a:ext cx="12788348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B42BF40-2F14-45E3-D757-A367491EC31F}"/>
              </a:ext>
            </a:extLst>
          </p:cNvPr>
          <p:cNvGrpSpPr/>
          <p:nvPr/>
        </p:nvGrpSpPr>
        <p:grpSpPr>
          <a:xfrm>
            <a:off x="5448714" y="2350604"/>
            <a:ext cx="1093304" cy="2034208"/>
            <a:chOff x="5448714" y="2350604"/>
            <a:chExt cx="1093304" cy="203420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87A3D5-C69E-0524-9EA0-99880B72BACC}"/>
                </a:ext>
              </a:extLst>
            </p:cNvPr>
            <p:cNvSpPr/>
            <p:nvPr/>
          </p:nvSpPr>
          <p:spPr>
            <a:xfrm>
              <a:off x="5448714" y="3291508"/>
              <a:ext cx="1093304" cy="109330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12B6153-FCF5-F000-44AD-210E16EA931E}"/>
                </a:ext>
              </a:extLst>
            </p:cNvPr>
            <p:cNvSpPr/>
            <p:nvPr/>
          </p:nvSpPr>
          <p:spPr>
            <a:xfrm>
              <a:off x="5787912" y="3638448"/>
              <a:ext cx="395029" cy="39502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0DB961-E628-5491-4CBE-6CE4E00C97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21601" y="2350604"/>
              <a:ext cx="463826" cy="1504122"/>
            </a:xfrm>
            <a:prstGeom prst="line">
              <a:avLst/>
            </a:prstGeom>
            <a:ln w="762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E611043-96C9-F53E-B8DB-BF91CDFEC451}"/>
              </a:ext>
            </a:extLst>
          </p:cNvPr>
          <p:cNvGrpSpPr/>
          <p:nvPr/>
        </p:nvGrpSpPr>
        <p:grpSpPr>
          <a:xfrm rot="1101242">
            <a:off x="2967393" y="4366058"/>
            <a:ext cx="1124655" cy="1192122"/>
            <a:chOff x="3294940" y="4933957"/>
            <a:chExt cx="1124655" cy="1192122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63BEC41-87E7-32C0-17F5-A5F25B51F6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594" y="4933957"/>
              <a:ext cx="1123001" cy="36870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22FAF99-0F7B-4F4E-887C-FC0A7BE89E00}"/>
                </a:ext>
              </a:extLst>
            </p:cNvPr>
            <p:cNvCxnSpPr>
              <a:cxnSpLocks/>
            </p:cNvCxnSpPr>
            <p:nvPr/>
          </p:nvCxnSpPr>
          <p:spPr>
            <a:xfrm>
              <a:off x="3294940" y="5308808"/>
              <a:ext cx="294323" cy="8172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AECE8B8-752F-21B4-2830-C4EB1765678D}"/>
                  </a:ext>
                </a:extLst>
              </p:cNvPr>
              <p:cNvSpPr txBox="1"/>
              <p:nvPr/>
            </p:nvSpPr>
            <p:spPr>
              <a:xfrm>
                <a:off x="4225044" y="4532587"/>
                <a:ext cx="284822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AECE8B8-752F-21B4-2830-C4EB17656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044" y="4532587"/>
                <a:ext cx="284822" cy="299249"/>
              </a:xfrm>
              <a:prstGeom prst="rect">
                <a:avLst/>
              </a:prstGeom>
              <a:blipFill>
                <a:blip r:embed="rId2"/>
                <a:stretch>
                  <a:fillRect l="-10638" r="-10638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856A15-E065-7441-CEE4-AE1149E3718C}"/>
                  </a:ext>
                </a:extLst>
              </p:cNvPr>
              <p:cNvSpPr txBox="1"/>
              <p:nvPr/>
            </p:nvSpPr>
            <p:spPr>
              <a:xfrm>
                <a:off x="3113259" y="5293842"/>
                <a:ext cx="270202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E856A15-E065-7441-CEE4-AE1149E37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259" y="5293842"/>
                <a:ext cx="270202" cy="299249"/>
              </a:xfrm>
              <a:prstGeom prst="rect">
                <a:avLst/>
              </a:prstGeom>
              <a:blipFill>
                <a:blip r:embed="rId3"/>
                <a:stretch>
                  <a:fillRect l="-11364" r="-9091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B616F29-8744-1245-4F2E-848F04526AA8}"/>
              </a:ext>
            </a:extLst>
          </p:cNvPr>
          <p:cNvCxnSpPr>
            <a:cxnSpLocks/>
          </p:cNvCxnSpPr>
          <p:nvPr/>
        </p:nvCxnSpPr>
        <p:spPr>
          <a:xfrm>
            <a:off x="6794873" y="3582053"/>
            <a:ext cx="110574" cy="322718"/>
          </a:xfrm>
          <a:prstGeom prst="line">
            <a:avLst/>
          </a:prstGeom>
          <a:ln w="22225">
            <a:solidFill>
              <a:schemeClr val="tx1"/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F53EBFE-4054-7F85-0F23-CA23A28D4620}"/>
              </a:ext>
            </a:extLst>
          </p:cNvPr>
          <p:cNvGrpSpPr/>
          <p:nvPr/>
        </p:nvGrpSpPr>
        <p:grpSpPr>
          <a:xfrm>
            <a:off x="3280164" y="965327"/>
            <a:ext cx="4809140" cy="3421533"/>
            <a:chOff x="3394588" y="1326785"/>
            <a:chExt cx="4809140" cy="3421533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B83470F2-C280-51A9-5805-CC5CBE64EF89}"/>
                </a:ext>
              </a:extLst>
            </p:cNvPr>
            <p:cNvGrpSpPr/>
            <p:nvPr/>
          </p:nvGrpSpPr>
          <p:grpSpPr>
            <a:xfrm>
              <a:off x="5499988" y="2490152"/>
              <a:ext cx="398118" cy="779991"/>
              <a:chOff x="5499988" y="2490152"/>
              <a:chExt cx="398118" cy="779991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B23EB38-DEF3-D7EF-15EB-6377397C12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02279" y="2677839"/>
                <a:ext cx="260317" cy="72885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4CE96CA-B2DD-AB5C-8CB3-2D85B95473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1992" y="2767068"/>
                <a:ext cx="260317" cy="72885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89D5A42-ECFF-5E38-2F6F-1A2416C3E3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55076" y="2852915"/>
                <a:ext cx="260317" cy="72885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07AB6B7-807C-E17B-DD81-5A88E2EC06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7646" y="2940562"/>
                <a:ext cx="260317" cy="72885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46E31EB-8C0F-142F-E92A-AAA61435C1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05426" y="3027689"/>
                <a:ext cx="260317" cy="72885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308AF3DA-ACE6-2CE1-376F-F4D2B6D0CD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6359" y="3113935"/>
                <a:ext cx="260317" cy="72885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9728992-F2CE-93F2-24A7-2443CFEA09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61998" y="2490152"/>
                <a:ext cx="175662" cy="552814"/>
              </a:xfrm>
              <a:prstGeom prst="line">
                <a:avLst/>
              </a:prstGeom>
              <a:ln w="1270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3C53AC1-DBEA-A749-3D42-3B6A001476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99988" y="2589094"/>
                <a:ext cx="240441" cy="158662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3B28FC5-C390-CFCB-D205-AF5E96E496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57665" y="3111481"/>
                <a:ext cx="240441" cy="158662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6F78C5C0-AC03-3762-D3A9-A3571E749F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74952" y="2857268"/>
                <a:ext cx="240441" cy="158662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E044361-5CB4-6E56-78F3-A5C8D213B2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6359" y="3028160"/>
                <a:ext cx="240441" cy="158662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DF539C-BC13-D35C-94F2-E31C861BF4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01456" y="2942713"/>
                <a:ext cx="240441" cy="158662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3DFE571C-4350-72A5-9748-30540CF867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53472" y="2769114"/>
                <a:ext cx="240441" cy="158662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B22F7A9-63F9-FD51-F4CE-A3C9B2AE67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30390" y="2685430"/>
                <a:ext cx="240441" cy="158662"/>
              </a:xfrm>
              <a:prstGeom prst="line">
                <a:avLst/>
              </a:prstGeom>
              <a:ln w="349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39310F8-0D18-60C6-836D-DD17AE392B91}"/>
                </a:ext>
              </a:extLst>
            </p:cNvPr>
            <p:cNvGrpSpPr/>
            <p:nvPr/>
          </p:nvGrpSpPr>
          <p:grpSpPr>
            <a:xfrm>
              <a:off x="3394588" y="1326785"/>
              <a:ext cx="4809140" cy="3421533"/>
              <a:chOff x="3394588" y="1326785"/>
              <a:chExt cx="4809140" cy="3421533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AADDBCF-271D-5AE3-BC2E-C2ED5D7C8091}"/>
                  </a:ext>
                </a:extLst>
              </p:cNvPr>
              <p:cNvSpPr/>
              <p:nvPr/>
            </p:nvSpPr>
            <p:spPr>
              <a:xfrm rot="408976">
                <a:off x="3394588" y="1530131"/>
                <a:ext cx="4334820" cy="2041533"/>
              </a:xfrm>
              <a:custGeom>
                <a:avLst/>
                <a:gdLst>
                  <a:gd name="csX0" fmla="*/ 22975 w 4334820"/>
                  <a:gd name="csY0" fmla="*/ 2040074 h 2041533"/>
                  <a:gd name="csX1" fmla="*/ 2633653 w 4334820"/>
                  <a:gd name="csY1" fmla="*/ 423309 h 2041533"/>
                  <a:gd name="csX2" fmla="*/ 4250418 w 4334820"/>
                  <a:gd name="csY2" fmla="*/ 111883 h 2041533"/>
                  <a:gd name="csX3" fmla="*/ 22975 w 4334820"/>
                  <a:gd name="csY3" fmla="*/ 2040074 h 20415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334820" h="2041533">
                    <a:moveTo>
                      <a:pt x="22975" y="2040074"/>
                    </a:moveTo>
                    <a:cubicBezTo>
                      <a:pt x="-246486" y="2091978"/>
                      <a:pt x="1929079" y="744674"/>
                      <a:pt x="2633653" y="423309"/>
                    </a:cubicBezTo>
                    <a:cubicBezTo>
                      <a:pt x="3338227" y="101944"/>
                      <a:pt x="4684427" y="-156473"/>
                      <a:pt x="4250418" y="111883"/>
                    </a:cubicBezTo>
                    <a:cubicBezTo>
                      <a:pt x="3816409" y="380239"/>
                      <a:pt x="292436" y="1988170"/>
                      <a:pt x="22975" y="204007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EDC0F4C4-4D92-FC37-4D96-B64BB101D10E}"/>
                  </a:ext>
                </a:extLst>
              </p:cNvPr>
              <p:cNvGrpSpPr/>
              <p:nvPr/>
            </p:nvGrpSpPr>
            <p:grpSpPr>
              <a:xfrm flipV="1">
                <a:off x="6468115" y="1973116"/>
                <a:ext cx="228600" cy="229576"/>
                <a:chOff x="5867400" y="656333"/>
                <a:chExt cx="952500" cy="956567"/>
              </a:xfrm>
            </p:grpSpPr>
            <p:sp>
              <p:nvSpPr>
                <p:cNvPr id="39" name="Partial Circle 38">
                  <a:extLst>
                    <a:ext uri="{FF2B5EF4-FFF2-40B4-BE49-F238E27FC236}">
                      <a16:creationId xmlns:a16="http://schemas.microsoft.com/office/drawing/2014/main" id="{81A2DDF1-1624-9AB2-8B70-6A2537903375}"/>
                    </a:ext>
                  </a:extLst>
                </p:cNvPr>
                <p:cNvSpPr/>
                <p:nvPr/>
              </p:nvSpPr>
              <p:spPr>
                <a:xfrm>
                  <a:off x="5867400" y="660400"/>
                  <a:ext cx="952500" cy="952500"/>
                </a:xfrm>
                <a:prstGeom prst="pie">
                  <a:avLst>
                    <a:gd name="adj1" fmla="val 10790643"/>
                    <a:gd name="adj2" fmla="val 16200000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Partial Circle 39">
                  <a:extLst>
                    <a:ext uri="{FF2B5EF4-FFF2-40B4-BE49-F238E27FC236}">
                      <a16:creationId xmlns:a16="http://schemas.microsoft.com/office/drawing/2014/main" id="{A5F0259D-E546-2ECD-8966-8BC592B41783}"/>
                    </a:ext>
                  </a:extLst>
                </p:cNvPr>
                <p:cNvSpPr/>
                <p:nvPr/>
              </p:nvSpPr>
              <p:spPr>
                <a:xfrm rot="16200000">
                  <a:off x="5867400" y="660400"/>
                  <a:ext cx="952500" cy="952500"/>
                </a:xfrm>
                <a:prstGeom prst="pie">
                  <a:avLst>
                    <a:gd name="adj1" fmla="val 10790643"/>
                    <a:gd name="adj2" fmla="val 16200000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Partial Circle 40">
                  <a:extLst>
                    <a:ext uri="{FF2B5EF4-FFF2-40B4-BE49-F238E27FC236}">
                      <a16:creationId xmlns:a16="http://schemas.microsoft.com/office/drawing/2014/main" id="{013E0338-06AD-2A1E-7182-895D94FC4A46}"/>
                    </a:ext>
                  </a:extLst>
                </p:cNvPr>
                <p:cNvSpPr/>
                <p:nvPr/>
              </p:nvSpPr>
              <p:spPr>
                <a:xfrm rot="10800000">
                  <a:off x="5867400" y="658367"/>
                  <a:ext cx="952500" cy="952500"/>
                </a:xfrm>
                <a:prstGeom prst="pie">
                  <a:avLst>
                    <a:gd name="adj1" fmla="val 10790643"/>
                    <a:gd name="adj2" fmla="val 16200000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Partial Circle 41">
                  <a:extLst>
                    <a:ext uri="{FF2B5EF4-FFF2-40B4-BE49-F238E27FC236}">
                      <a16:creationId xmlns:a16="http://schemas.microsoft.com/office/drawing/2014/main" id="{A6D18D39-B329-C653-012A-77BC8655A163}"/>
                    </a:ext>
                  </a:extLst>
                </p:cNvPr>
                <p:cNvSpPr/>
                <p:nvPr/>
              </p:nvSpPr>
              <p:spPr>
                <a:xfrm rot="5400000">
                  <a:off x="5867400" y="656333"/>
                  <a:ext cx="952500" cy="952500"/>
                </a:xfrm>
                <a:prstGeom prst="pie">
                  <a:avLst>
                    <a:gd name="adj1" fmla="val 10790643"/>
                    <a:gd name="adj2" fmla="val 16200000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E88459A-690A-A6BF-2BD6-D0E7065CCE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84069" y="1711173"/>
                <a:ext cx="1123001" cy="36870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2BA9DF4-09BD-76EE-21B2-06DE17DBFC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2415" y="2086024"/>
                <a:ext cx="294323" cy="81727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AE0B3D25-E7F4-DE82-54D0-29E3928C0334}"/>
                      </a:ext>
                    </a:extLst>
                  </p:cNvPr>
                  <p:cNvSpPr txBox="1"/>
                  <p:nvPr/>
                </p:nvSpPr>
                <p:spPr>
                  <a:xfrm>
                    <a:off x="7466749" y="1326785"/>
                    <a:ext cx="73697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  <a:p>
                    <a:endParaRPr lang="en-US" dirty="0"/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AE0B3D25-E7F4-DE82-54D0-29E3928C03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6749" y="1326785"/>
                    <a:ext cx="736979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3F422CF5-1E74-B7CD-AAB1-460F455F3644}"/>
                      </a:ext>
                    </a:extLst>
                  </p:cNvPr>
                  <p:cNvSpPr txBox="1"/>
                  <p:nvPr/>
                </p:nvSpPr>
                <p:spPr>
                  <a:xfrm>
                    <a:off x="6696715" y="2589094"/>
                    <a:ext cx="73697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oMath>
                      </m:oMathPara>
                    </a14:m>
                    <a:endParaRPr lang="en-US" b="0" dirty="0"/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3F422CF5-1E74-B7CD-AAB1-460F455F36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6715" y="2589094"/>
                    <a:ext cx="73697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A0616B1D-FFAC-457C-F25F-A8459344525E}"/>
                  </a:ext>
                </a:extLst>
              </p:cNvPr>
              <p:cNvGrpSpPr/>
              <p:nvPr/>
            </p:nvGrpSpPr>
            <p:grpSpPr>
              <a:xfrm>
                <a:off x="5567567" y="3655014"/>
                <a:ext cx="1093304" cy="1093304"/>
                <a:chOff x="8915876" y="4879470"/>
                <a:chExt cx="1093304" cy="1093304"/>
              </a:xfrm>
            </p:grpSpPr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EAC6C454-D31D-107E-90A3-2F26AF8304BC}"/>
                    </a:ext>
                  </a:extLst>
                </p:cNvPr>
                <p:cNvSpPr/>
                <p:nvPr/>
              </p:nvSpPr>
              <p:spPr>
                <a:xfrm>
                  <a:off x="8915876" y="4879470"/>
                  <a:ext cx="1093304" cy="1093304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A1ADE526-CCE4-0C22-39E5-9BA02B7E6DC5}"/>
                    </a:ext>
                  </a:extLst>
                </p:cNvPr>
                <p:cNvSpPr/>
                <p:nvPr/>
              </p:nvSpPr>
              <p:spPr>
                <a:xfrm>
                  <a:off x="9440395" y="5397747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C7FE8BF-EDBB-0AA3-6B9E-F51B61229D6B}"/>
                  </a:ext>
                </a:extLst>
              </p:cNvPr>
              <p:cNvSpPr txBox="1"/>
              <p:nvPr/>
            </p:nvSpPr>
            <p:spPr>
              <a:xfrm>
                <a:off x="6858181" y="3544692"/>
                <a:ext cx="3165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C7FE8BF-EDBB-0AA3-6B9E-F51B61229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181" y="3544692"/>
                <a:ext cx="316562" cy="276999"/>
              </a:xfrm>
              <a:prstGeom prst="rect">
                <a:avLst/>
              </a:prstGeom>
              <a:blipFill>
                <a:blip r:embed="rId6"/>
                <a:stretch>
                  <a:fillRect l="-15385" r="-7692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F8F6D86-DF28-A1F6-BA18-D1A155D68E42}"/>
              </a:ext>
            </a:extLst>
          </p:cNvPr>
          <p:cNvCxnSpPr>
            <a:cxnSpLocks/>
          </p:cNvCxnSpPr>
          <p:nvPr/>
        </p:nvCxnSpPr>
        <p:spPr>
          <a:xfrm flipH="1" flipV="1">
            <a:off x="5765874" y="3141486"/>
            <a:ext cx="209526" cy="695182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916288C-8FED-F83E-3DE1-ED453F87AB3E}"/>
                  </a:ext>
                </a:extLst>
              </p:cNvPr>
              <p:cNvSpPr txBox="1"/>
              <p:nvPr/>
            </p:nvSpPr>
            <p:spPr>
              <a:xfrm>
                <a:off x="5846102" y="2985079"/>
                <a:ext cx="23134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916288C-8FED-F83E-3DE1-ED453F87A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6102" y="2985079"/>
                <a:ext cx="231345" cy="553998"/>
              </a:xfrm>
              <a:prstGeom prst="rect">
                <a:avLst/>
              </a:prstGeom>
              <a:blipFill>
                <a:blip r:embed="rId7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BF29A60-FC4F-7751-0707-586CA86E0371}"/>
              </a:ext>
            </a:extLst>
          </p:cNvPr>
          <p:cNvCxnSpPr>
            <a:cxnSpLocks/>
          </p:cNvCxnSpPr>
          <p:nvPr/>
        </p:nvCxnSpPr>
        <p:spPr>
          <a:xfrm flipV="1">
            <a:off x="6006182" y="4408067"/>
            <a:ext cx="0" cy="974966"/>
          </a:xfrm>
          <a:prstGeom prst="straightConnector1">
            <a:avLst/>
          </a:prstGeom>
          <a:ln w="508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409B1D1-555B-DC2D-512E-08D7DFF84177}"/>
                  </a:ext>
                </a:extLst>
              </p:cNvPr>
              <p:cNvSpPr txBox="1"/>
              <p:nvPr/>
            </p:nvSpPr>
            <p:spPr>
              <a:xfrm>
                <a:off x="6077447" y="4767635"/>
                <a:ext cx="26007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409B1D1-555B-DC2D-512E-08D7DFF84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447" y="4767635"/>
                <a:ext cx="260071" cy="553998"/>
              </a:xfrm>
              <a:prstGeom prst="rect">
                <a:avLst/>
              </a:prstGeom>
              <a:blipFill>
                <a:blip r:embed="rId8"/>
                <a:stretch>
                  <a:fillRect l="-16279" r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DC842F-B81B-894B-6B46-FF7CCA8A389C}"/>
              </a:ext>
            </a:extLst>
          </p:cNvPr>
          <p:cNvCxnSpPr/>
          <p:nvPr/>
        </p:nvCxnSpPr>
        <p:spPr>
          <a:xfrm flipH="1">
            <a:off x="6023381" y="3683191"/>
            <a:ext cx="1506504" cy="536639"/>
          </a:xfrm>
          <a:prstGeom prst="line">
            <a:avLst/>
          </a:prstGeom>
          <a:ln w="19050"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30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3.7037E-6 L 0.00885 0.0495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3" y="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96" grpId="0"/>
      <p:bldP spid="10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A2AC07-5B1E-9462-D329-0A3B366C7625}"/>
                  </a:ext>
                </a:extLst>
              </p:cNvPr>
              <p:cNvSpPr txBox="1"/>
              <p:nvPr/>
            </p:nvSpPr>
            <p:spPr>
              <a:xfrm>
                <a:off x="4367474" y="3226207"/>
                <a:ext cx="376866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A2AC07-5B1E-9462-D329-0A3B366C7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474" y="3226207"/>
                <a:ext cx="376866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7AE03D-9D8D-B03C-8421-D7DF254563A1}"/>
                  </a:ext>
                </a:extLst>
              </p:cNvPr>
              <p:cNvSpPr txBox="1"/>
              <p:nvPr/>
            </p:nvSpPr>
            <p:spPr>
              <a:xfrm>
                <a:off x="7747000" y="3780205"/>
                <a:ext cx="2832100" cy="1446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36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𝐿𝐺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36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77AE03D-9D8D-B03C-8421-D7DF25456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00" y="3780205"/>
                <a:ext cx="2832100" cy="144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AC5637-70E2-3238-FE9E-072371E9980B}"/>
                  </a:ext>
                </a:extLst>
              </p:cNvPr>
              <p:cNvSpPr txBox="1"/>
              <p:nvPr/>
            </p:nvSpPr>
            <p:spPr>
              <a:xfrm>
                <a:off x="1492249" y="3077796"/>
                <a:ext cx="4043983" cy="10534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Δ</m:t>
                      </m:r>
                      <m:acc>
                        <m:accPr>
                          <m:chr m:val="̇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AC5637-70E2-3238-FE9E-072371E99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249" y="3077796"/>
                <a:ext cx="4043983" cy="10534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989606-B4FE-798A-9423-C0551E4F3B6E}"/>
                  </a:ext>
                </a:extLst>
              </p:cNvPr>
              <p:cNvSpPr txBox="1"/>
              <p:nvPr/>
            </p:nvSpPr>
            <p:spPr>
              <a:xfrm>
                <a:off x="3670301" y="4806950"/>
                <a:ext cx="2946314" cy="5888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̂"/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989606-B4FE-798A-9423-C0551E4F3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301" y="4806950"/>
                <a:ext cx="2946314" cy="5888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05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EA6B69A-0279-AB22-1C5E-0B96AB2E2B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0586068"/>
              </p:ext>
            </p:extLst>
          </p:nvPr>
        </p:nvGraphicFramePr>
        <p:xfrm>
          <a:off x="6095998" y="0"/>
          <a:ext cx="5615225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8473767-40F2-4E39-A745-9580C06B2D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4465123"/>
              </p:ext>
            </p:extLst>
          </p:nvPr>
        </p:nvGraphicFramePr>
        <p:xfrm>
          <a:off x="6095999" y="3429000"/>
          <a:ext cx="5615225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B78ACFC-B8DF-45AB-815C-CFF6D4FE24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2874223"/>
              </p:ext>
            </p:extLst>
          </p:nvPr>
        </p:nvGraphicFramePr>
        <p:xfrm>
          <a:off x="0" y="3429000"/>
          <a:ext cx="5615225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21624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941914C-EBAA-4DE9-8586-38A5CF6846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870365"/>
              </p:ext>
            </p:extLst>
          </p:nvPr>
        </p:nvGraphicFramePr>
        <p:xfrm>
          <a:off x="6096000" y="0"/>
          <a:ext cx="5615224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3184A2B-D2B0-4DCB-A8BF-D6FC6E07F0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3732727"/>
              </p:ext>
            </p:extLst>
          </p:nvPr>
        </p:nvGraphicFramePr>
        <p:xfrm>
          <a:off x="6096000" y="3429000"/>
          <a:ext cx="5615224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1CC2071-ABE6-4E11-8E0B-A620CA277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412308"/>
              </p:ext>
            </p:extLst>
          </p:nvPr>
        </p:nvGraphicFramePr>
        <p:xfrm>
          <a:off x="0" y="3429000"/>
          <a:ext cx="5615224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2765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36A7-1EDA-3865-116E-CEA20413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D1092E-3245-8263-8440-2D12D5C11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9" t="30407" r="40613" b="37798"/>
          <a:stretch>
            <a:fillRect/>
          </a:stretch>
        </p:blipFill>
        <p:spPr>
          <a:xfrm>
            <a:off x="190830" y="1690688"/>
            <a:ext cx="5573865" cy="521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56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10130</TotalTime>
  <Words>109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Landing Gear</vt:lpstr>
      <vt:lpstr>Landing gear modelled as parallel spring-damper system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Jeremiah Goates</dc:creator>
  <cp:lastModifiedBy>Jeremiah Goates</cp:lastModifiedBy>
  <cp:revision>5</cp:revision>
  <dcterms:created xsi:type="dcterms:W3CDTF">2026-04-07T19:30:33Z</dcterms:created>
  <dcterms:modified xsi:type="dcterms:W3CDTF">2026-04-15T20:09:46Z</dcterms:modified>
</cp:coreProperties>
</file>